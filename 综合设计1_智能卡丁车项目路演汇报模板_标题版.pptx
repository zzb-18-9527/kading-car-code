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7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ustomXml" Target="../customXml/item1.xml"/><Relationship Id="rId16" Type="http://schemas.openxmlformats.org/officeDocument/2006/relationships/customXmlProps" Target="../customXml/itemProps17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92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104869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en-US"/>
          </a:p>
        </p:txBody>
      </p:sp>
      <p:sp>
        <p:nvSpPr>
          <p:cNvPr id="104869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9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9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0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58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ext 0"/>
          <p:cNvSpPr/>
          <p:nvPr/>
        </p:nvSpPr>
        <p:spPr>
          <a:xfrm>
            <a:off x="502920" y="164592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850" b="1" dirty="0">
                <a:solidFill>
                  <a:srgbClr val="1323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深圳职业技术大学｜未来技术学院</a:t>
            </a:r>
            <a:endParaRPr lang="en-US" sz="850" dirty="0"/>
          </a:p>
        </p:txBody>
      </p:sp>
      <p:sp>
        <p:nvSpPr>
          <p:cNvPr id="1048686" name="Text 1"/>
          <p:cNvSpPr/>
          <p:nvPr/>
        </p:nvSpPr>
        <p:spPr>
          <a:xfrm>
            <a:off x="502920" y="356616"/>
            <a:ext cx="29260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TECHNOLOGY COLLEGE</a:t>
            </a:r>
            <a:endParaRPr lang="en-US" sz="550" dirty="0"/>
          </a:p>
        </p:txBody>
      </p:sp>
      <p:sp>
        <p:nvSpPr>
          <p:cNvPr id="1048687" name="Shape 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1048688" name="Text 3"/>
          <p:cNvSpPr/>
          <p:nvPr/>
        </p:nvSpPr>
        <p:spPr>
          <a:xfrm>
            <a:off x="502920" y="6519672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综合设计1｜电驱动越野卡丁车智能创新设计</a:t>
            </a:r>
            <a:endParaRPr lang="en-US" sz="750" dirty="0"/>
          </a:p>
        </p:txBody>
      </p:sp>
      <p:sp>
        <p:nvSpPr>
          <p:cNvPr id="1048689" name="Text 4"/>
          <p:cNvSpPr/>
          <p:nvPr/>
        </p:nvSpPr>
        <p:spPr>
          <a:xfrm>
            <a:off x="9738360" y="6519672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项目路演汇报模板</a:t>
            </a:r>
            <a:endParaRPr lang="en-US" sz="750" dirty="0"/>
          </a:p>
        </p:txBody>
      </p:sp>
      <p:sp>
        <p:nvSpPr>
          <p:cNvPr id="104869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image" Target="../media/image2.jpe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tags" Target="../tags/tag4.xml"/><Relationship Id="rId2" Type="http://schemas.openxmlformats.org/officeDocument/2006/relationships/image" Target="../media/image2.jpe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png"/><Relationship Id="rId3" Type="http://schemas.openxmlformats.org/officeDocument/2006/relationships/tags" Target="../tags/tag6.xml"/><Relationship Id="rId2" Type="http://schemas.openxmlformats.org/officeDocument/2006/relationships/image" Target="../media/image2.jpeg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jpeg"/><Relationship Id="rId7" Type="http://schemas.openxmlformats.org/officeDocument/2006/relationships/image" Target="../media/image12.jpeg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3.png"/><Relationship Id="rId3" Type="http://schemas.openxmlformats.org/officeDocument/2006/relationships/tags" Target="../tags/tag8.xml"/><Relationship Id="rId2" Type="http://schemas.openxmlformats.org/officeDocument/2006/relationships/image" Target="../media/image2.jpe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5.jpeg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Relationship Id="rId3" Type="http://schemas.openxmlformats.org/officeDocument/2006/relationships/tags" Target="../tags/tag10.xml"/><Relationship Id="rId2" Type="http://schemas.openxmlformats.org/officeDocument/2006/relationships/image" Target="../media/image2.jpeg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1.jpeg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3.png"/><Relationship Id="rId3" Type="http://schemas.openxmlformats.org/officeDocument/2006/relationships/tags" Target="../tags/tag12.xml"/><Relationship Id="rId2" Type="http://schemas.openxmlformats.org/officeDocument/2006/relationships/image" Target="../media/image2.jpeg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3.png"/><Relationship Id="rId3" Type="http://schemas.openxmlformats.org/officeDocument/2006/relationships/tags" Target="../tags/tag14.xml"/><Relationship Id="rId2" Type="http://schemas.openxmlformats.org/officeDocument/2006/relationships/image" Target="../media/image2.jpeg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tags" Target="../tags/tag16.xml"/><Relationship Id="rId2" Type="http://schemas.openxmlformats.org/officeDocument/2006/relationships/image" Target="../media/image2.jpeg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A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ext 4"/>
          <p:cNvSpPr/>
          <p:nvPr/>
        </p:nvSpPr>
        <p:spPr>
          <a:xfrm>
            <a:off x="685800" y="987552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2100" b="1" dirty="0">
                <a:solidFill>
                  <a:srgbClr val="20C7D9"/>
                </a:solidFill>
              </a:rPr>
              <a:t>综合设计1</a:t>
            </a:r>
            <a:endParaRPr lang="en-US" sz="2100" dirty="0"/>
          </a:p>
        </p:txBody>
      </p:sp>
      <p:sp>
        <p:nvSpPr>
          <p:cNvPr id="1048630" name="Text 5"/>
          <p:cNvSpPr/>
          <p:nvPr/>
        </p:nvSpPr>
        <p:spPr>
          <a:xfrm>
            <a:off x="685800" y="1627632"/>
            <a:ext cx="54864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智能卡丁车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项目路演汇报模板</a:t>
            </a:r>
            <a:endParaRPr lang="en-US" sz="3400" dirty="0"/>
          </a:p>
        </p:txBody>
      </p:sp>
      <p:sp>
        <p:nvSpPr>
          <p:cNvPr id="1048631" name="Shape 7"/>
          <p:cNvSpPr/>
          <p:nvPr/>
        </p:nvSpPr>
        <p:spPr>
          <a:xfrm>
            <a:off x="685800" y="4224528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203859"/>
          </a:solidFill>
          <a:ln w="12700">
            <a:solidFill>
              <a:srgbClr val="203859">
                <a:alpha val="0"/>
              </a:srgbClr>
            </a:solidFill>
            <a:prstDash val="solid"/>
          </a:ln>
        </p:spPr>
      </p:sp>
      <p:sp>
        <p:nvSpPr>
          <p:cNvPr id="1048632" name="Text 8"/>
          <p:cNvSpPr/>
          <p:nvPr/>
        </p:nvSpPr>
        <p:spPr>
          <a:xfrm>
            <a:off x="868680" y="4425696"/>
            <a:ext cx="4983480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本次展示任务：倒车感知｜灯光联动｜车身设计｜创新拓展</a:t>
            </a:r>
            <a:endParaRPr lang="en-US" sz="1120" dirty="0"/>
          </a:p>
        </p:txBody>
      </p:sp>
      <p:sp>
        <p:nvSpPr>
          <p:cNvPr id="1048633" name="Text 9"/>
          <p:cNvSpPr/>
          <p:nvPr/>
        </p:nvSpPr>
        <p:spPr>
          <a:xfrm>
            <a:off x="685800" y="57150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</a:rPr>
              <a:t>小组：</a:t>
            </a:r>
            <a:r>
              <a:rPr lang="zh-CN" altLang="en-US" sz="1200" u="sng" dirty="0">
                <a:solidFill>
                  <a:srgbClr val="EAF2FF"/>
                </a:solidFill>
              </a:rPr>
              <a:t>第二小组</a:t>
            </a:r>
            <a:r>
              <a:rPr lang="en-US" sz="1200" dirty="0">
                <a:solidFill>
                  <a:srgbClr val="EAF2FF"/>
                </a:solidFill>
              </a:rPr>
              <a:t>   成员：</a:t>
            </a:r>
            <a:r>
              <a:rPr lang="zh-CN" altLang="en-US" sz="1200" u="sng" dirty="0">
                <a:solidFill>
                  <a:srgbClr val="EAF2FF"/>
                </a:solidFill>
              </a:rPr>
              <a:t>黄钲凯，赵金川，林港洺，章志博</a:t>
            </a:r>
            <a:endParaRPr lang="zh-CN" altLang="en-US" sz="1200" u="sng" dirty="0">
              <a:solidFill>
                <a:srgbClr val="EAF2FF"/>
              </a:solidFill>
            </a:endParaRPr>
          </a:p>
        </p:txBody>
      </p:sp>
      <p:pic>
        <p:nvPicPr>
          <p:cNvPr id="2097167" name="图片 1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7908608" y="170926"/>
            <a:ext cx="3062548" cy="5784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Shape 3"/>
          <p:cNvSpPr/>
          <p:nvPr/>
        </p:nvSpPr>
        <p:spPr>
          <a:xfrm>
            <a:off x="640080" y="105156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1E78FF"/>
          </a:solidFill>
          <a:ln w="12700">
            <a:solidFill>
              <a:srgbClr val="1E78FF">
                <a:alpha val="0"/>
              </a:srgbClr>
            </a:solidFill>
            <a:prstDash val="solid"/>
          </a:ln>
        </p:spPr>
      </p:sp>
      <p:sp>
        <p:nvSpPr>
          <p:cNvPr id="1048638" name="Text 4"/>
          <p:cNvSpPr/>
          <p:nvPr/>
        </p:nvSpPr>
        <p:spPr>
          <a:xfrm>
            <a:off x="777240" y="1179576"/>
            <a:ext cx="15544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48639" name="Text 5"/>
          <p:cNvSpPr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</a:rPr>
              <a:t>项目概况与团队分工</a:t>
            </a:r>
            <a:endParaRPr lang="en-US" sz="3000" dirty="0"/>
          </a:p>
        </p:txBody>
      </p:sp>
      <p:sp>
        <p:nvSpPr>
          <p:cNvPr id="1048640" name="Shape 7"/>
          <p:cNvSpPr/>
          <p:nvPr/>
        </p:nvSpPr>
        <p:spPr>
          <a:xfrm>
            <a:off x="868680" y="2834640"/>
            <a:ext cx="104698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048641" name="Text 8"/>
          <p:cNvSpPr/>
          <p:nvPr/>
        </p:nvSpPr>
        <p:spPr>
          <a:xfrm>
            <a:off x="1005840" y="2990088"/>
            <a:ext cx="10195560" cy="220370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48642" name="Shape 9"/>
          <p:cNvSpPr/>
          <p:nvPr/>
        </p:nvSpPr>
        <p:spPr>
          <a:xfrm>
            <a:off x="685800" y="5788152"/>
            <a:ext cx="10835640" cy="438912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12700">
            <a:solidFill>
              <a:srgbClr val="D7E6FF"/>
            </a:solidFill>
            <a:prstDash val="solid"/>
          </a:ln>
        </p:spPr>
      </p:sp>
      <p:sp>
        <p:nvSpPr>
          <p:cNvPr id="1048643" name="Text 10"/>
          <p:cNvSpPr/>
          <p:nvPr/>
        </p:nvSpPr>
        <p:spPr>
          <a:xfrm>
            <a:off x="914400" y="5934456"/>
            <a:ext cx="10378440" cy="10058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920" dirty="0">
                <a:solidFill>
                  <a:srgbClr val="64748B"/>
                </a:solidFill>
              </a:rPr>
              <a:t>。</a:t>
            </a:r>
            <a:endParaRPr lang="en-US" sz="920" dirty="0"/>
          </a:p>
        </p:txBody>
      </p:sp>
      <p:sp>
        <p:nvSpPr>
          <p:cNvPr id="10486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265" y="6519545"/>
            <a:ext cx="800100" cy="300355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grpSp>
        <p:nvGrpSpPr>
          <p:cNvPr id="35" name="组合 13"/>
          <p:cNvGrpSpPr/>
          <p:nvPr/>
        </p:nvGrpSpPr>
        <p:grpSpPr>
          <a:xfrm>
            <a:off x="0" y="269240"/>
            <a:ext cx="12192000" cy="6588760"/>
            <a:chOff x="0" y="424"/>
            <a:chExt cx="19200" cy="10376"/>
          </a:xfrm>
        </p:grpSpPr>
        <p:pic>
          <p:nvPicPr>
            <p:cNvPr id="2097168" name="图片 14" descr="20220411-未来技术学院_VI系统-3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10336"/>
              <a:ext cx="19200" cy="464"/>
            </a:xfrm>
            <a:prstGeom prst="rect">
              <a:avLst/>
            </a:prstGeom>
          </p:spPr>
        </p:pic>
        <p:pic>
          <p:nvPicPr>
            <p:cNvPr id="2097169" name="图片 15" descr="20220411-未来技术学院_VI系统-1-3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38114" t="33403" r="4296" b="15483"/>
            <a:stretch>
              <a:fillRect/>
            </a:stretch>
          </p:blipFill>
          <p:spPr>
            <a:xfrm>
              <a:off x="16957" y="424"/>
              <a:ext cx="1961" cy="804"/>
            </a:xfrm>
            <a:prstGeom prst="rect">
              <a:avLst/>
            </a:prstGeom>
          </p:spPr>
        </p:pic>
      </p:grpSp>
      <p:sp>
        <p:nvSpPr>
          <p:cNvPr id="1048645" name="文本框 1"/>
          <p:cNvSpPr txBox="1"/>
          <p:nvPr/>
        </p:nvSpPr>
        <p:spPr>
          <a:xfrm>
            <a:off x="914400" y="2910840"/>
            <a:ext cx="9875520" cy="2773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黄钲凯：负责车身外观结构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赵金川：负责整车建造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林港洺：全能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小帮手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章志博：负责整车电控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97170" name="图片 16" descr="微信图片_20260724105251_317_4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4340" y="2833370"/>
            <a:ext cx="4497070" cy="2529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40080" y="105156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77240" y="1179576"/>
            <a:ext cx="15544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</a:rPr>
              <a:t>车身设计与人机工程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45820" y="2519680"/>
            <a:ext cx="104698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980" y="2675128"/>
            <a:ext cx="10195560" cy="220370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粘贴车身三视图 / 人机测量照片 / 结构细节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265" y="6519545"/>
            <a:ext cx="800100" cy="300355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0" y="269240"/>
            <a:ext cx="12192000" cy="6588760"/>
            <a:chOff x="0" y="424"/>
            <a:chExt cx="19200" cy="10376"/>
          </a:xfrm>
        </p:grpSpPr>
        <p:pic>
          <p:nvPicPr>
            <p:cNvPr id="15" name="图片 14" descr="20220411-未来技术学院_VI系统-3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10336"/>
              <a:ext cx="19200" cy="464"/>
            </a:xfrm>
            <a:prstGeom prst="rect">
              <a:avLst/>
            </a:prstGeom>
          </p:spPr>
        </p:pic>
        <p:pic>
          <p:nvPicPr>
            <p:cNvPr id="16" name="图片 15" descr="20220411-未来技术学院_VI系统-1-3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38114" t="33403" r="4296" b="15483"/>
            <a:stretch>
              <a:fillRect/>
            </a:stretch>
          </p:blipFill>
          <p:spPr>
            <a:xfrm>
              <a:off x="16957" y="424"/>
              <a:ext cx="1961" cy="804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705" y="2522855"/>
            <a:ext cx="3405505" cy="2519045"/>
          </a:xfrm>
          <a:prstGeom prst="rect">
            <a:avLst/>
          </a:prstGeom>
        </p:spPr>
      </p:pic>
      <p:pic>
        <p:nvPicPr>
          <p:cNvPr id="3" name="图片 2" descr="8f3f4d7c6580c61d2a9c06d15d4a90b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6580" y="2525395"/>
            <a:ext cx="3723005" cy="25006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8320" y="2527300"/>
            <a:ext cx="3183890" cy="24892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33780" y="5214620"/>
            <a:ext cx="626237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300" dirty="0">
                <a:solidFill>
                  <a:srgbClr val="64748B"/>
                </a:solidFill>
                <a:sym typeface="+mn-ea"/>
              </a:rPr>
              <a:t>本车采用</a:t>
            </a:r>
            <a:r>
              <a:rPr lang="en-US" altLang="zh-CN" sz="1300" dirty="0">
                <a:solidFill>
                  <a:srgbClr val="64748B"/>
                </a:solidFill>
                <a:sym typeface="+mn-ea"/>
              </a:rPr>
              <a:t>3</a:t>
            </a:r>
            <a:r>
              <a:rPr lang="zh-CN" altLang="en-US" sz="1300" dirty="0">
                <a:solidFill>
                  <a:srgbClr val="64748B"/>
                </a:solidFill>
                <a:sym typeface="+mn-ea"/>
              </a:rPr>
              <a:t>路传感器，且倒车方向的传感器具反馈急停的</a:t>
            </a:r>
            <a:r>
              <a:rPr lang="zh-CN" altLang="en-US" sz="1300" dirty="0">
                <a:solidFill>
                  <a:srgbClr val="64748B"/>
                </a:solidFill>
                <a:sym typeface="+mn-ea"/>
              </a:rPr>
              <a:t>功能</a:t>
            </a:r>
            <a:endParaRPr lang="zh-CN" altLang="en-US" sz="1300" dirty="0">
              <a:solidFill>
                <a:srgbClr val="64748B"/>
              </a:solidFill>
              <a:sym typeface="+mn-ea"/>
            </a:endParaRPr>
          </a:p>
          <a:p>
            <a:r>
              <a:rPr lang="zh-CN" altLang="en-US" sz="1300" dirty="0">
                <a:solidFill>
                  <a:srgbClr val="64748B"/>
                </a:solidFill>
                <a:sym typeface="+mn-ea"/>
              </a:rPr>
              <a:t>驾驶者能够在靠背支撑下握持方向盘并触达踏板，所以开关控制均在可触达范围</a:t>
            </a:r>
            <a:r>
              <a:rPr lang="zh-CN" altLang="en-US" sz="1300" dirty="0">
                <a:solidFill>
                  <a:srgbClr val="64748B"/>
                </a:solidFill>
                <a:sym typeface="+mn-ea"/>
              </a:rPr>
              <a:t>内</a:t>
            </a:r>
            <a:endParaRPr lang="zh-CN" altLang="en-US" sz="1300" dirty="0">
              <a:solidFill>
                <a:srgbClr val="64748B"/>
              </a:solidFill>
              <a:sym typeface="+mn-ea"/>
            </a:endParaRPr>
          </a:p>
          <a:p>
            <a:r>
              <a:rPr lang="zh-CN" altLang="en-US" sz="1300" dirty="0">
                <a:solidFill>
                  <a:srgbClr val="64748B"/>
                </a:solidFill>
                <a:sym typeface="+mn-ea"/>
              </a:rPr>
              <a:t>较为尖锐的部分做了钝化处理，钉子裸露处进行了木条</a:t>
            </a:r>
            <a:r>
              <a:rPr lang="zh-CN" altLang="en-US" sz="1300" dirty="0">
                <a:solidFill>
                  <a:srgbClr val="64748B"/>
                </a:solidFill>
                <a:sym typeface="+mn-ea"/>
              </a:rPr>
              <a:t>修饰</a:t>
            </a:r>
            <a:endParaRPr lang="zh-CN" altLang="en-US" sz="1300" dirty="0">
              <a:solidFill>
                <a:srgbClr val="64748B"/>
              </a:solidFill>
              <a:sym typeface="+mn-ea"/>
            </a:endParaRPr>
          </a:p>
          <a:p>
            <a:r>
              <a:rPr lang="zh-CN" altLang="en-US" sz="1300" dirty="0">
                <a:solidFill>
                  <a:srgbClr val="64748B"/>
                </a:solidFill>
                <a:sym typeface="+mn-ea"/>
              </a:rPr>
              <a:t>踏板倾斜设计，松踩油门更灵活</a:t>
            </a:r>
            <a:r>
              <a:rPr lang="zh-CN" altLang="en-US" sz="1300" dirty="0">
                <a:solidFill>
                  <a:srgbClr val="64748B"/>
                </a:solidFill>
                <a:sym typeface="+mn-ea"/>
              </a:rPr>
              <a:t>自然</a:t>
            </a:r>
            <a:endParaRPr lang="zh-CN" altLang="en-US" sz="1300" dirty="0">
              <a:solidFill>
                <a:srgbClr val="64748B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Shape 3"/>
          <p:cNvSpPr/>
          <p:nvPr/>
        </p:nvSpPr>
        <p:spPr>
          <a:xfrm>
            <a:off x="640080" y="105156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1E78FF"/>
          </a:solidFill>
          <a:ln w="12700">
            <a:solidFill>
              <a:srgbClr val="1E78FF">
                <a:alpha val="0"/>
              </a:srgbClr>
            </a:solidFill>
            <a:prstDash val="solid"/>
          </a:ln>
        </p:spPr>
      </p:sp>
      <p:sp>
        <p:nvSpPr>
          <p:cNvPr id="1048662" name="Text 4"/>
          <p:cNvSpPr/>
          <p:nvPr/>
        </p:nvSpPr>
        <p:spPr>
          <a:xfrm>
            <a:off x="777240" y="1179576"/>
            <a:ext cx="15544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048663" name="Text 5"/>
          <p:cNvSpPr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</a:rPr>
              <a:t>倒车感知方案</a:t>
            </a:r>
            <a:endParaRPr lang="en-US" sz="3000" dirty="0"/>
          </a:p>
        </p:txBody>
      </p:sp>
      <p:sp>
        <p:nvSpPr>
          <p:cNvPr id="1048664" name="Text 6"/>
          <p:cNvSpPr/>
          <p:nvPr/>
        </p:nvSpPr>
        <p:spPr>
          <a:xfrm>
            <a:off x="685800" y="2395728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48665" name="Shape 7"/>
          <p:cNvSpPr/>
          <p:nvPr/>
        </p:nvSpPr>
        <p:spPr>
          <a:xfrm>
            <a:off x="868680" y="2834640"/>
            <a:ext cx="104698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8666" name="Text 8"/>
          <p:cNvSpPr/>
          <p:nvPr/>
        </p:nvSpPr>
        <p:spPr>
          <a:xfrm>
            <a:off x="1005840" y="2990088"/>
            <a:ext cx="10195560" cy="220370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48667" name="Shape 9"/>
          <p:cNvSpPr/>
          <p:nvPr/>
        </p:nvSpPr>
        <p:spPr>
          <a:xfrm>
            <a:off x="685800" y="5788152"/>
            <a:ext cx="10835640" cy="438912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12700">
            <a:solidFill>
              <a:srgbClr val="D7E6FF"/>
            </a:solidFill>
            <a:prstDash val="solid"/>
          </a:ln>
        </p:spPr>
        <p:txBody>
          <a:bodyPr/>
          <a:p>
            <a:pPr algn="dist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三路环境感知，保障倒车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68" name="Text 10"/>
          <p:cNvSpPr/>
          <p:nvPr/>
        </p:nvSpPr>
        <p:spPr>
          <a:xfrm>
            <a:off x="686435" y="5794375"/>
            <a:ext cx="10835005" cy="431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endParaRPr lang="zh-CN" altLang="en-US" sz="920" dirty="0"/>
          </a:p>
        </p:txBody>
      </p:sp>
      <p:sp>
        <p:nvSpPr>
          <p:cNvPr id="104866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265" y="6519545"/>
            <a:ext cx="800100" cy="300355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grpSp>
        <p:nvGrpSpPr>
          <p:cNvPr id="43" name="组合 13"/>
          <p:cNvGrpSpPr/>
          <p:nvPr/>
        </p:nvGrpSpPr>
        <p:grpSpPr>
          <a:xfrm>
            <a:off x="0" y="269240"/>
            <a:ext cx="12192000" cy="6588760"/>
            <a:chOff x="0" y="424"/>
            <a:chExt cx="19200" cy="10376"/>
          </a:xfrm>
        </p:grpSpPr>
        <p:pic>
          <p:nvPicPr>
            <p:cNvPr id="2097173" name="图片 14" descr="20220411-未来技术学院_VI系统-3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10336"/>
              <a:ext cx="19200" cy="464"/>
            </a:xfrm>
            <a:prstGeom prst="rect">
              <a:avLst/>
            </a:prstGeom>
          </p:spPr>
        </p:pic>
        <p:pic>
          <p:nvPicPr>
            <p:cNvPr id="2097174" name="图片 15" descr="20220411-未来技术学院_VI系统-1-3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38114" t="33403" r="4296" b="15483"/>
            <a:stretch>
              <a:fillRect/>
            </a:stretch>
          </p:blipFill>
          <p:spPr>
            <a:xfrm>
              <a:off x="16957" y="424"/>
              <a:ext cx="1961" cy="804"/>
            </a:xfrm>
            <a:prstGeom prst="rect">
              <a:avLst/>
            </a:prstGeom>
          </p:spPr>
        </p:pic>
      </p:grpSp>
      <p:pic>
        <p:nvPicPr>
          <p:cNvPr id="2097175" name="图片 1" descr="e4a3a2caa9700811692bbcf09764ffb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806690" y="1833245"/>
            <a:ext cx="2509520" cy="4462145"/>
          </a:xfrm>
          <a:prstGeom prst="rect">
            <a:avLst/>
          </a:prstGeom>
        </p:spPr>
      </p:pic>
      <p:pic>
        <p:nvPicPr>
          <p:cNvPr id="2097176" name="E657119C-6982-421D-8BA7-E74DEB70A7D9-1" descr="C:/Users/86131/AppData/Local/Temp/wpp.ahUiKiwp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773363"/>
            <a:ext cx="4673600" cy="2506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Shape 3"/>
          <p:cNvSpPr/>
          <p:nvPr/>
        </p:nvSpPr>
        <p:spPr>
          <a:xfrm>
            <a:off x="640080" y="105156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048674" name="Text 4"/>
          <p:cNvSpPr/>
          <p:nvPr/>
        </p:nvSpPr>
        <p:spPr>
          <a:xfrm>
            <a:off x="777240" y="1179576"/>
            <a:ext cx="15544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048675" name="Text 5"/>
          <p:cNvSpPr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</a:rPr>
              <a:t>灯光联动方案</a:t>
            </a:r>
            <a:endParaRPr lang="en-US" sz="3000" dirty="0"/>
          </a:p>
        </p:txBody>
      </p:sp>
      <p:sp>
        <p:nvSpPr>
          <p:cNvPr id="1048676" name="Text 6"/>
          <p:cNvSpPr/>
          <p:nvPr/>
        </p:nvSpPr>
        <p:spPr>
          <a:xfrm>
            <a:off x="685800" y="2395728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48677" name="Text 8"/>
          <p:cNvSpPr/>
          <p:nvPr/>
        </p:nvSpPr>
        <p:spPr>
          <a:xfrm>
            <a:off x="1005840" y="2990088"/>
            <a:ext cx="10195560" cy="220370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48678" name="Shape 9"/>
          <p:cNvSpPr/>
          <p:nvPr/>
        </p:nvSpPr>
        <p:spPr>
          <a:xfrm>
            <a:off x="685800" y="5788152"/>
            <a:ext cx="10835640" cy="438912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12700">
            <a:solidFill>
              <a:srgbClr val="D7E6FF"/>
            </a:solidFill>
            <a:prstDash val="solid"/>
          </a:ln>
        </p:spPr>
        <p:txBody>
          <a:bodyPr/>
          <a:p>
            <a:pPr algn="dist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车动色静，车静色动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9" name="Text 10"/>
          <p:cNvSpPr/>
          <p:nvPr/>
        </p:nvSpPr>
        <p:spPr>
          <a:xfrm>
            <a:off x="728980" y="5780405"/>
            <a:ext cx="10791825" cy="44640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endParaRPr lang="en-US" sz="920" dirty="0"/>
          </a:p>
        </p:txBody>
      </p:sp>
      <p:sp>
        <p:nvSpPr>
          <p:cNvPr id="10486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265" y="6519545"/>
            <a:ext cx="800100" cy="300355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grpSp>
        <p:nvGrpSpPr>
          <p:cNvPr id="47" name="组合 13"/>
          <p:cNvGrpSpPr/>
          <p:nvPr/>
        </p:nvGrpSpPr>
        <p:grpSpPr>
          <a:xfrm>
            <a:off x="0" y="269240"/>
            <a:ext cx="12192000" cy="6588760"/>
            <a:chOff x="0" y="424"/>
            <a:chExt cx="19200" cy="10376"/>
          </a:xfrm>
        </p:grpSpPr>
        <p:pic>
          <p:nvPicPr>
            <p:cNvPr id="2097177" name="图片 14" descr="20220411-未来技术学院_VI系统-3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10336"/>
              <a:ext cx="19200" cy="464"/>
            </a:xfrm>
            <a:prstGeom prst="rect">
              <a:avLst/>
            </a:prstGeom>
          </p:spPr>
        </p:pic>
        <p:pic>
          <p:nvPicPr>
            <p:cNvPr id="2097178" name="图片 15" descr="20220411-未来技术学院_VI系统-1-3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38114" t="33403" r="4296" b="15483"/>
            <a:stretch>
              <a:fillRect/>
            </a:stretch>
          </p:blipFill>
          <p:spPr>
            <a:xfrm>
              <a:off x="16957" y="424"/>
              <a:ext cx="1961" cy="804"/>
            </a:xfrm>
            <a:prstGeom prst="rect">
              <a:avLst/>
            </a:prstGeom>
          </p:spPr>
        </p:pic>
      </p:grpSp>
      <p:pic>
        <p:nvPicPr>
          <p:cNvPr id="2097179" name="E657119C-6982-421D-8BA7-E74DEB70A7D9-2" descr="C:/Users/86131/AppData/Local/Temp/wpp.kOjpIwwp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5978" y="789940"/>
            <a:ext cx="6315075" cy="4782185"/>
          </a:xfrm>
          <a:prstGeom prst="rect">
            <a:avLst/>
          </a:prstGeom>
        </p:spPr>
      </p:pic>
      <p:pic>
        <p:nvPicPr>
          <p:cNvPr id="2097180" name="图片 2" descr="13e0a45cc99dccb0cd7d12557d0da6e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2110" y="3429000"/>
            <a:ext cx="1243330" cy="699770"/>
          </a:xfrm>
          <a:prstGeom prst="rect">
            <a:avLst/>
          </a:prstGeom>
        </p:spPr>
      </p:pic>
      <p:pic>
        <p:nvPicPr>
          <p:cNvPr id="2097181" name="图片 12" descr="2adb2d60f8fb43786e0270ea67006d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870" y="3429000"/>
            <a:ext cx="1219200" cy="686435"/>
          </a:xfrm>
          <a:prstGeom prst="rect">
            <a:avLst/>
          </a:prstGeom>
        </p:spPr>
      </p:pic>
      <p:pic>
        <p:nvPicPr>
          <p:cNvPr id="2097182" name="图片 16" descr="2444f1ef7f5258b5a31c668353b918c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8870" y="4608830"/>
            <a:ext cx="1218565" cy="685800"/>
          </a:xfrm>
          <a:prstGeom prst="rect">
            <a:avLst/>
          </a:prstGeom>
        </p:spPr>
      </p:pic>
      <p:pic>
        <p:nvPicPr>
          <p:cNvPr id="2097183" name="图片 20" descr="2444f1ef7f5258b5a31c668353b918c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6715" y="4545965"/>
            <a:ext cx="1228725" cy="691515"/>
          </a:xfrm>
          <a:prstGeom prst="rect">
            <a:avLst/>
          </a:prstGeom>
        </p:spPr>
      </p:pic>
      <p:sp>
        <p:nvSpPr>
          <p:cNvPr id="1048681" name="文本框 21"/>
          <p:cNvSpPr txBox="1"/>
          <p:nvPr/>
        </p:nvSpPr>
        <p:spPr>
          <a:xfrm>
            <a:off x="380365" y="2418080"/>
            <a:ext cx="2499995" cy="42671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工程原理：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97184" name="E657119C-6982-421D-8BA7-E74DEB70A7D9-3" descr="wp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425" y="2505075"/>
            <a:ext cx="5454650" cy="3535680"/>
          </a:xfrm>
          <a:prstGeom prst="rect">
            <a:avLst/>
          </a:prstGeom>
        </p:spPr>
      </p:pic>
      <p:pic>
        <p:nvPicPr>
          <p:cNvPr id="2097185" name="图片 23" descr="808a93022a131130e60807cbf257caa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8975" y="3429000"/>
            <a:ext cx="1266190" cy="7118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Shape 3"/>
          <p:cNvSpPr/>
          <p:nvPr/>
        </p:nvSpPr>
        <p:spPr>
          <a:xfrm>
            <a:off x="640080" y="105156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2EBD85"/>
          </a:solidFill>
          <a:ln w="12700">
            <a:solidFill>
              <a:srgbClr val="2EBD85">
                <a:alpha val="0"/>
              </a:srgbClr>
            </a:solidFill>
            <a:prstDash val="solid"/>
          </a:ln>
        </p:spPr>
      </p:sp>
      <p:sp>
        <p:nvSpPr>
          <p:cNvPr id="1048614" name="Text 4"/>
          <p:cNvSpPr/>
          <p:nvPr/>
        </p:nvSpPr>
        <p:spPr>
          <a:xfrm>
            <a:off x="777240" y="1179576"/>
            <a:ext cx="15544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048615" name="Text 5"/>
          <p:cNvSpPr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</a:rPr>
              <a:t>创新拓展设计</a:t>
            </a:r>
            <a:endParaRPr lang="en-US" sz="3000" dirty="0"/>
          </a:p>
        </p:txBody>
      </p:sp>
      <p:sp>
        <p:nvSpPr>
          <p:cNvPr id="1048616" name="Text 6"/>
          <p:cNvSpPr/>
          <p:nvPr/>
        </p:nvSpPr>
        <p:spPr>
          <a:xfrm>
            <a:off x="685800" y="2395728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48617" name="Text 8"/>
          <p:cNvSpPr/>
          <p:nvPr/>
        </p:nvSpPr>
        <p:spPr>
          <a:xfrm>
            <a:off x="1005840" y="2990088"/>
            <a:ext cx="10195560" cy="220370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48618" name="Shape 9"/>
          <p:cNvSpPr/>
          <p:nvPr/>
        </p:nvSpPr>
        <p:spPr>
          <a:xfrm>
            <a:off x="685800" y="5788152"/>
            <a:ext cx="10835640" cy="438912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12700">
            <a:solidFill>
              <a:srgbClr val="D7E6FF"/>
            </a:solidFill>
            <a:prstDash val="solid"/>
          </a:ln>
        </p:spPr>
      </p:sp>
      <p:sp>
        <p:nvSpPr>
          <p:cNvPr id="1048619" name="Text 10"/>
          <p:cNvSpPr/>
          <p:nvPr/>
        </p:nvSpPr>
        <p:spPr>
          <a:xfrm>
            <a:off x="914400" y="5934456"/>
            <a:ext cx="10378440" cy="10058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endParaRPr lang="en-US" sz="920" dirty="0"/>
          </a:p>
        </p:txBody>
      </p:sp>
      <p:sp>
        <p:nvSpPr>
          <p:cNvPr id="10486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265" y="6519545"/>
            <a:ext cx="800100" cy="300355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grpSp>
        <p:nvGrpSpPr>
          <p:cNvPr id="28" name="组合 13"/>
          <p:cNvGrpSpPr/>
          <p:nvPr/>
        </p:nvGrpSpPr>
        <p:grpSpPr>
          <a:xfrm>
            <a:off x="0" y="269240"/>
            <a:ext cx="12192000" cy="6588760"/>
            <a:chOff x="0" y="424"/>
            <a:chExt cx="19200" cy="10376"/>
          </a:xfrm>
        </p:grpSpPr>
        <p:pic>
          <p:nvPicPr>
            <p:cNvPr id="2097163" name="图片 14" descr="20220411-未来技术学院_VI系统-3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10336"/>
              <a:ext cx="19200" cy="464"/>
            </a:xfrm>
            <a:prstGeom prst="rect">
              <a:avLst/>
            </a:prstGeom>
          </p:spPr>
        </p:pic>
        <p:pic>
          <p:nvPicPr>
            <p:cNvPr id="2097164" name="图片 15" descr="20220411-未来技术学院_VI系统-1-3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38114" t="33403" r="4296" b="15483"/>
            <a:stretch>
              <a:fillRect/>
            </a:stretch>
          </p:blipFill>
          <p:spPr>
            <a:xfrm>
              <a:off x="16957" y="424"/>
              <a:ext cx="1961" cy="804"/>
            </a:xfrm>
            <a:prstGeom prst="rect">
              <a:avLst/>
            </a:prstGeom>
          </p:spPr>
        </p:pic>
      </p:grpSp>
      <p:sp>
        <p:nvSpPr>
          <p:cNvPr id="1048621" name="文本框 3"/>
          <p:cNvSpPr txBox="1"/>
          <p:nvPr/>
        </p:nvSpPr>
        <p:spPr>
          <a:xfrm>
            <a:off x="640080" y="2283460"/>
            <a:ext cx="910590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软件：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22" name="文本框 19"/>
          <p:cNvSpPr txBox="1"/>
          <p:nvPr/>
        </p:nvSpPr>
        <p:spPr>
          <a:xfrm>
            <a:off x="946150" y="2905125"/>
            <a:ext cx="4064000" cy="10972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单踏板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2.EMA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Exponential Moving Average（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指数移动平均）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滤波实现速度平滑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097165" name="E657119C-6982-421D-8BA7-E74DEB70A7D9-4" descr="C:/Users/86131/AppData/Local/Temp/wpp.LvpLwTwp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055" y="1967230"/>
            <a:ext cx="6744335" cy="1908175"/>
          </a:xfrm>
          <a:prstGeom prst="rect">
            <a:avLst/>
          </a:prstGeom>
        </p:spPr>
      </p:pic>
      <p:pic>
        <p:nvPicPr>
          <p:cNvPr id="2097166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455" y="476885"/>
            <a:ext cx="4050665" cy="1434465"/>
          </a:xfrm>
          <a:prstGeom prst="rect">
            <a:avLst/>
          </a:prstGeom>
        </p:spPr>
      </p:pic>
      <p:sp>
        <p:nvSpPr>
          <p:cNvPr id="1048623" name="文本框 16"/>
          <p:cNvSpPr txBox="1"/>
          <p:nvPr/>
        </p:nvSpPr>
        <p:spPr>
          <a:xfrm>
            <a:off x="4608830" y="488950"/>
            <a:ext cx="4064000" cy="4267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EG3013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真值表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8624" name="文本框 17"/>
          <p:cNvSpPr txBox="1"/>
          <p:nvPr/>
        </p:nvSpPr>
        <p:spPr>
          <a:xfrm>
            <a:off x="4608830" y="2017395"/>
            <a:ext cx="4064000" cy="4267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电机驱动逻辑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8625" name="文本框 2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10835" y="3931285"/>
            <a:ext cx="5575935" cy="1763395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Shape 3"/>
          <p:cNvSpPr/>
          <p:nvPr/>
        </p:nvSpPr>
        <p:spPr>
          <a:xfrm>
            <a:off x="640080" y="105156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2EBD85"/>
          </a:solidFill>
          <a:ln w="12700">
            <a:solidFill>
              <a:srgbClr val="2EBD85">
                <a:alpha val="0"/>
              </a:srgbClr>
            </a:solidFill>
            <a:prstDash val="solid"/>
          </a:ln>
        </p:spPr>
      </p:sp>
      <p:sp>
        <p:nvSpPr>
          <p:cNvPr id="1048602" name="Text 4"/>
          <p:cNvSpPr/>
          <p:nvPr/>
        </p:nvSpPr>
        <p:spPr>
          <a:xfrm>
            <a:off x="777240" y="1179576"/>
            <a:ext cx="15544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048603" name="Text 5"/>
          <p:cNvSpPr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</a:rPr>
              <a:t>创新拓展设计</a:t>
            </a:r>
            <a:endParaRPr lang="en-US" sz="3000" dirty="0"/>
          </a:p>
        </p:txBody>
      </p:sp>
      <p:sp>
        <p:nvSpPr>
          <p:cNvPr id="1048604" name="Text 6"/>
          <p:cNvSpPr/>
          <p:nvPr/>
        </p:nvSpPr>
        <p:spPr>
          <a:xfrm>
            <a:off x="685800" y="2395728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48605" name="Text 8"/>
          <p:cNvSpPr/>
          <p:nvPr/>
        </p:nvSpPr>
        <p:spPr>
          <a:xfrm>
            <a:off x="1005840" y="2990088"/>
            <a:ext cx="10195560" cy="220370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48606" name="Shape 9"/>
          <p:cNvSpPr/>
          <p:nvPr/>
        </p:nvSpPr>
        <p:spPr>
          <a:xfrm>
            <a:off x="685800" y="5788152"/>
            <a:ext cx="10835640" cy="438912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12700">
            <a:solidFill>
              <a:srgbClr val="D7E6FF"/>
            </a:solidFill>
            <a:prstDash val="solid"/>
          </a:ln>
        </p:spPr>
      </p:sp>
      <p:sp>
        <p:nvSpPr>
          <p:cNvPr id="104860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265" y="6519545"/>
            <a:ext cx="800100" cy="300355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grpSp>
        <p:nvGrpSpPr>
          <p:cNvPr id="24" name="组合 13"/>
          <p:cNvGrpSpPr/>
          <p:nvPr/>
        </p:nvGrpSpPr>
        <p:grpSpPr>
          <a:xfrm>
            <a:off x="0" y="269240"/>
            <a:ext cx="12192000" cy="6588760"/>
            <a:chOff x="0" y="424"/>
            <a:chExt cx="19200" cy="10376"/>
          </a:xfrm>
        </p:grpSpPr>
        <p:pic>
          <p:nvPicPr>
            <p:cNvPr id="2097158" name="图片 14" descr="20220411-未来技术学院_VI系统-3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10336"/>
              <a:ext cx="19200" cy="464"/>
            </a:xfrm>
            <a:prstGeom prst="rect">
              <a:avLst/>
            </a:prstGeom>
          </p:spPr>
        </p:pic>
        <p:pic>
          <p:nvPicPr>
            <p:cNvPr id="2097159" name="图片 15" descr="20220411-未来技术学院_VI系统-1-3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38114" t="33403" r="4296" b="15483"/>
            <a:stretch>
              <a:fillRect/>
            </a:stretch>
          </p:blipFill>
          <p:spPr>
            <a:xfrm>
              <a:off x="16957" y="424"/>
              <a:ext cx="1961" cy="804"/>
            </a:xfrm>
            <a:prstGeom prst="rect">
              <a:avLst/>
            </a:prstGeom>
          </p:spPr>
        </p:pic>
      </p:grpSp>
      <p:pic>
        <p:nvPicPr>
          <p:cNvPr id="2097160" name="图片 2" descr="5439806152cfb9d711b97753395b3e00"/>
          <p:cNvPicPr>
            <a:picLocks noChangeAspect="1"/>
          </p:cNvPicPr>
          <p:nvPr/>
        </p:nvPicPr>
        <p:blipFill>
          <a:blip r:embed="rId5"/>
          <a:srcRect l="20010" t="19759" r="25284" b="9296"/>
          <a:stretch>
            <a:fillRect/>
          </a:stretch>
        </p:blipFill>
        <p:spPr>
          <a:xfrm>
            <a:off x="7731760" y="2990215"/>
            <a:ext cx="3004185" cy="2193290"/>
          </a:xfrm>
          <a:prstGeom prst="rect">
            <a:avLst/>
          </a:prstGeom>
        </p:spPr>
      </p:pic>
      <p:sp>
        <p:nvSpPr>
          <p:cNvPr id="1048608" name="文本框 12"/>
          <p:cNvSpPr txBox="1"/>
          <p:nvPr/>
        </p:nvSpPr>
        <p:spPr>
          <a:xfrm>
            <a:off x="640080" y="2395855"/>
            <a:ext cx="946785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硬件：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09" name="文本框 18"/>
          <p:cNvSpPr txBox="1"/>
          <p:nvPr/>
        </p:nvSpPr>
        <p:spPr>
          <a:xfrm>
            <a:off x="777240" y="3234690"/>
            <a:ext cx="4064000" cy="17678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主动散热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风扇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2.PCB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板替代面包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板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空气开关负责过载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保护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4.RC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低通滤波保证采样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精度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电压传感器查看电池容量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097161" name="图片 20" descr="5431d096957667d49fdb5c67d684c80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1760" y="916940"/>
            <a:ext cx="3035935" cy="2073275"/>
          </a:xfrm>
          <a:prstGeom prst="rect">
            <a:avLst/>
          </a:prstGeom>
        </p:spPr>
      </p:pic>
      <p:pic>
        <p:nvPicPr>
          <p:cNvPr id="2097162" name="图片 21" descr="23e32826ba340daa033ae24e694da8c7"/>
          <p:cNvPicPr>
            <a:picLocks noChangeAspect="1"/>
          </p:cNvPicPr>
          <p:nvPr/>
        </p:nvPicPr>
        <p:blipFill>
          <a:blip r:embed="rId7"/>
          <a:srcRect t="25065" r="-4760"/>
          <a:stretch>
            <a:fillRect/>
          </a:stretch>
        </p:blipFill>
        <p:spPr>
          <a:xfrm>
            <a:off x="4404360" y="948055"/>
            <a:ext cx="3327400" cy="4235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Shape 3"/>
          <p:cNvSpPr/>
          <p:nvPr/>
        </p:nvSpPr>
        <p:spPr>
          <a:xfrm>
            <a:off x="640080" y="105156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sp>
        <p:nvSpPr>
          <p:cNvPr id="1048589" name="Text 4"/>
          <p:cNvSpPr/>
          <p:nvPr/>
        </p:nvSpPr>
        <p:spPr>
          <a:xfrm>
            <a:off x="777240" y="1179576"/>
            <a:ext cx="15544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1048590" name="Text 5"/>
          <p:cNvSpPr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</a:rPr>
              <a:t>问题排查与迭代改进</a:t>
            </a:r>
            <a:endParaRPr lang="en-US" sz="3000" dirty="0"/>
          </a:p>
        </p:txBody>
      </p:sp>
      <p:sp>
        <p:nvSpPr>
          <p:cNvPr id="1048591" name="Text 6"/>
          <p:cNvSpPr/>
          <p:nvPr/>
        </p:nvSpPr>
        <p:spPr>
          <a:xfrm>
            <a:off x="685800" y="2395728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48592" name="Text 8"/>
          <p:cNvSpPr/>
          <p:nvPr/>
        </p:nvSpPr>
        <p:spPr>
          <a:xfrm>
            <a:off x="1005840" y="2990088"/>
            <a:ext cx="10195560" cy="220370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48593" name="Shape 9"/>
          <p:cNvSpPr/>
          <p:nvPr/>
        </p:nvSpPr>
        <p:spPr>
          <a:xfrm>
            <a:off x="685800" y="5788152"/>
            <a:ext cx="10835640" cy="438912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12700">
            <a:solidFill>
              <a:srgbClr val="D7E6FF"/>
            </a:solidFill>
            <a:prstDash val="solid"/>
          </a:ln>
        </p:spPr>
      </p:sp>
      <p:sp>
        <p:nvSpPr>
          <p:cNvPr id="1048594" name="Text 10"/>
          <p:cNvSpPr/>
          <p:nvPr/>
        </p:nvSpPr>
        <p:spPr>
          <a:xfrm>
            <a:off x="914400" y="5934456"/>
            <a:ext cx="10378440" cy="10058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endParaRPr lang="en-US" sz="920" dirty="0"/>
          </a:p>
        </p:txBody>
      </p:sp>
      <p:sp>
        <p:nvSpPr>
          <p:cNvPr id="104859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265" y="6519545"/>
            <a:ext cx="800100" cy="300355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grpSp>
        <p:nvGrpSpPr>
          <p:cNvPr id="20" name="组合 13"/>
          <p:cNvGrpSpPr/>
          <p:nvPr/>
        </p:nvGrpSpPr>
        <p:grpSpPr>
          <a:xfrm>
            <a:off x="0" y="269240"/>
            <a:ext cx="12192000" cy="6588760"/>
            <a:chOff x="0" y="424"/>
            <a:chExt cx="19200" cy="10376"/>
          </a:xfrm>
        </p:grpSpPr>
        <p:pic>
          <p:nvPicPr>
            <p:cNvPr id="2097154" name="图片 14" descr="20220411-未来技术学院_VI系统-3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10336"/>
              <a:ext cx="19200" cy="464"/>
            </a:xfrm>
            <a:prstGeom prst="rect">
              <a:avLst/>
            </a:prstGeom>
          </p:spPr>
        </p:pic>
        <p:pic>
          <p:nvPicPr>
            <p:cNvPr id="2097155" name="图片 15" descr="20220411-未来技术学院_VI系统-1-3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38114" t="33403" r="4296" b="15483"/>
            <a:stretch>
              <a:fillRect/>
            </a:stretch>
          </p:blipFill>
          <p:spPr>
            <a:xfrm>
              <a:off x="16957" y="424"/>
              <a:ext cx="1961" cy="804"/>
            </a:xfrm>
            <a:prstGeom prst="rect">
              <a:avLst/>
            </a:prstGeom>
          </p:spPr>
        </p:pic>
      </p:grpSp>
      <p:pic>
        <p:nvPicPr>
          <p:cNvPr id="2097156" name="图片 1" descr="1e78e06ab5a651e8e97f609e60eea6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461" y="624712"/>
            <a:ext cx="3051175" cy="1771015"/>
          </a:xfrm>
          <a:prstGeom prst="rect">
            <a:avLst/>
          </a:prstGeom>
        </p:spPr>
      </p:pic>
      <p:sp>
        <p:nvSpPr>
          <p:cNvPr id="1048596" name="文本框 3"/>
          <p:cNvSpPr txBox="1"/>
          <p:nvPr/>
        </p:nvSpPr>
        <p:spPr>
          <a:xfrm>
            <a:off x="640080" y="2395855"/>
            <a:ext cx="4064000" cy="143255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电机驱动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故障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程序逻辑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故障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转向灯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故障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8597" name="文本框 12"/>
          <p:cNvSpPr txBox="1"/>
          <p:nvPr/>
        </p:nvSpPr>
        <p:spPr>
          <a:xfrm>
            <a:off x="4275455" y="2832735"/>
            <a:ext cx="6096000" cy="2773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上电瞬间电流超过限流值，电源进入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CC（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恒流）模式 → 电压跌落 →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STM32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掉电复位 → 电流降回 0 → 电源电压恢复 →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STM32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重启 → 再次大电流 → 无限循环 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duty_cycle = gas - 9;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duty_cycle = (gas &gt; 9) ? (gas - 9) : 0;   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PT4115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降压恒流芯片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097157" name="图片 2097184"/>
          <p:cNvPicPr/>
          <p:nvPr/>
        </p:nvPicPr>
        <p:blipFill>
          <a:blip r:embed="rId6"/>
          <a:stretch>
            <a:fillRect/>
          </a:stretch>
        </p:blipFill>
        <p:spPr>
          <a:xfrm>
            <a:off x="4275598" y="973348"/>
            <a:ext cx="3343863" cy="14223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Shape 3"/>
          <p:cNvSpPr/>
          <p:nvPr/>
        </p:nvSpPr>
        <p:spPr>
          <a:xfrm>
            <a:off x="640080" y="105156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2EBD85"/>
          </a:solidFill>
          <a:ln w="12700">
            <a:solidFill>
              <a:srgbClr val="2EBD85">
                <a:alpha val="0"/>
              </a:srgbClr>
            </a:solidFill>
            <a:prstDash val="solid"/>
          </a:ln>
        </p:spPr>
      </p:sp>
      <p:sp>
        <p:nvSpPr>
          <p:cNvPr id="1048578" name="Text 4"/>
          <p:cNvSpPr/>
          <p:nvPr/>
        </p:nvSpPr>
        <p:spPr>
          <a:xfrm>
            <a:off x="777240" y="1179576"/>
            <a:ext cx="15544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1048579" name="Text 5"/>
          <p:cNvSpPr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</a:rPr>
              <a:t>成果亮点与总结反思</a:t>
            </a:r>
            <a:endParaRPr lang="en-US" sz="3000" dirty="0"/>
          </a:p>
        </p:txBody>
      </p:sp>
      <p:sp>
        <p:nvSpPr>
          <p:cNvPr id="1048580" name="Shape 7"/>
          <p:cNvSpPr/>
          <p:nvPr/>
        </p:nvSpPr>
        <p:spPr>
          <a:xfrm>
            <a:off x="868680" y="2834640"/>
            <a:ext cx="104698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8581" name="Text 8"/>
          <p:cNvSpPr/>
          <p:nvPr/>
        </p:nvSpPr>
        <p:spPr>
          <a:xfrm>
            <a:off x="2468880" y="3081655"/>
            <a:ext cx="3747770" cy="2122805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Autofit/>
          </a:bodyPr>
          <a:p>
            <a:pPr marL="0" indent="0" algn="l">
              <a:buNone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成果亮点：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 8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8888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尽显尊贵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主动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散热，提升稳定性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屏幕显示参数，便于调试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电路板连接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主控，提高稳定性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单踏板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控制，简化操作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.EMA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滤波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，提高驾驶体验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底盘灯带，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直观显示车辆状态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8.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电压监测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，告别续航焦虑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8582" name="Shape 9"/>
          <p:cNvSpPr/>
          <p:nvPr/>
        </p:nvSpPr>
        <p:spPr>
          <a:xfrm>
            <a:off x="685800" y="5788152"/>
            <a:ext cx="10835640" cy="438912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12700">
            <a:solidFill>
              <a:srgbClr val="D7E6FF"/>
            </a:solidFill>
            <a:prstDash val="solid"/>
          </a:ln>
        </p:spPr>
      </p:sp>
      <p:sp>
        <p:nvSpPr>
          <p:cNvPr id="104858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265" y="6519545"/>
            <a:ext cx="800100" cy="300355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grpSp>
        <p:nvGrpSpPr>
          <p:cNvPr id="16" name="组合 13"/>
          <p:cNvGrpSpPr/>
          <p:nvPr/>
        </p:nvGrpSpPr>
        <p:grpSpPr>
          <a:xfrm>
            <a:off x="0" y="269240"/>
            <a:ext cx="12192000" cy="6588760"/>
            <a:chOff x="0" y="424"/>
            <a:chExt cx="19200" cy="10376"/>
          </a:xfrm>
        </p:grpSpPr>
        <p:pic>
          <p:nvPicPr>
            <p:cNvPr id="2097152" name="图片 14" descr="20220411-未来技术学院_VI系统-3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10336"/>
              <a:ext cx="19200" cy="464"/>
            </a:xfrm>
            <a:prstGeom prst="rect">
              <a:avLst/>
            </a:prstGeom>
          </p:spPr>
        </p:pic>
        <p:pic>
          <p:nvPicPr>
            <p:cNvPr id="2097153" name="图片 15" descr="20220411-未来技术学院_VI系统-1-3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38114" t="33403" r="4296" b="15483"/>
            <a:stretch>
              <a:fillRect/>
            </a:stretch>
          </p:blipFill>
          <p:spPr>
            <a:xfrm>
              <a:off x="16957" y="424"/>
              <a:ext cx="1961" cy="804"/>
            </a:xfrm>
            <a:prstGeom prst="rect">
              <a:avLst/>
            </a:prstGeom>
          </p:spPr>
        </p:pic>
      </p:grpSp>
      <p:sp>
        <p:nvSpPr>
          <p:cNvPr id="1048584" name="文本框 1"/>
          <p:cNvSpPr txBox="1"/>
          <p:nvPr userDrawn="1"/>
        </p:nvSpPr>
        <p:spPr>
          <a:xfrm>
            <a:off x="6448425" y="2887345"/>
            <a:ext cx="3952240" cy="69659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总结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反思：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基础不牢地动山摇，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AI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只是辅助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2.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先规划，再行动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3.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代码不规范，调试泪两行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eE9UWWxNa01sTWpKemFHOTNSM0pwWkNVeU1pVXpRWFJ5ZFdVbE1rTWxNakp5YVdOb1ZHVjRkQ1V5TWlVelFYUnlkV1VsTWtNbE1qSm9aV2xuYUhRbE1qSWxNMEV4TURBd0pUZEVKVEpESlRJeVpXeGxiV1Z1ZEhNbE1qSWxNMEVsTjBJbE1qSllRM2hXVUZGcVIzUjJPVGs0TlRZekpUSXlKVE5CSlRkQ0pUSXlhV1FsTWpJbE0wRWxNakpZUTNoV1VGRnFSM1IyT1RrNE5UWXpKVEl5SlRKREpUSXlibUZ0WlNVeU1pVXpRU1V5TW5OMFlYSjBKVEl5SlRKREpUSXlkR2wwYkdVbE1qSWxNMEVsTWpJbFJUVWxRa01sT0RBbFJUVWxRVGNsT0VJbE1rWWxSVGNsUWtJbE9UTWxSVFlsT1VRbE9VW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VVWVlFhVmR5ZVVKc2VURTBNamt4TUNVeU1pVTNSQ1V5UXlVM1FpVXlNbTVoYldVbE1qSWxNMEVsTWpJbFJUVWxPVEFsT0VRbFJUY2xRVGNsUWpBbE1qSWxNa01sTWpKMGVYQmxKVEl5SlROQkpUSXljM1J5YVc1bkpUSXlKVEpESlRJeWRtRnNkV1VsTWpJbE0wRWxNaklsTWpJbE1rTWxNakpqWVhSbFoyOXllU1V5TWlVelFTVXlNbVJsWm1GMWJIUWxNaklsTWtNbE1qSnBaQ1V5TWlVelFTVXlNbmRhZW5Gb1QybE1hMlkxTnpJME1qUW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M1kzQnVjM05SVjNSbk56VTJPREF5SlRJeUpUZEVKVEpESlRkQ0pUSXlibUZ0WlNVeU1pVXpRU1V5TWlWRk9DVkNSaVU1UlNWRk5pVTRSU1ZCTlNVeU1pVXlReVV5TW5SNWNHVWxNaklsTTBFbE1qSnNhVzVySlRJeUpUSkRKVEl5ZG1Gc2RXVWxNaklsTTBFbE1qSWxNaklsTWtNbE1qSmpZWFJsWjI5eWVTVXlNaVV6UVNVeU1tUmxabUYxYkhRbE1qSWxNa01sTWpKcFpDVXlNaVV6UVNVeU1rOTBlRmw2ZFhWRloyMDNPVEV4TkRZbE1qSWxOMFFsTWtNbE4wSWxNakp1WVcxbEpUSXlKVE5CSlRJeUpVVTBKVUpGSlVKR0pVVTNKVUZESlVKQkpUSXlKVEpESlRJeWRIbHdaU1V5TWlVelFTVXlNbk4wY21sdVp5VXlNaVV5UXlVeU1uWmhiSFZsSlRJeUpUTkJKVEl5SlRJeUpUSkRKVEl5WTJGMFpXZHZjbmtsTWpJbE0wRWxNakprWldaaGRXeDBKVEl5SlRKREpUSXlhV1FsTWpJbE0wRWxNakpwVWtSWlJVSnRjM0JWTmpRMU9UVTVKVEl5SlRkRUpUVkVKVEpESlRJeWNISnZjSE1sTWpJbE0wRWxOMElsTWpKNEpUSXlKVE5CTXpNMExqWXdNREF3TmpFd016VXhOVFlsTWtNbE1qSjVKVEl5SlROQk1UVXhMalU1T1RrNU9EUTNOREV5TVRFbE1rTWxNakozSlRJeUpUTkJNVEF3SlRKREpUSXlhQ1V5TWlVelFUVXdKVEpESlRJeWVtbHVaR1Y0SlRJeUpUTkJNU1V5UXlVeU1tRnVaMnhsSlRJeUpUTkJNQ1UzUkNVeVF5VXlNbk5vWVhCbFUzUjViR1VsTWpJbE0wRWxOMElsTWpKaGJIQm9ZU1V5TWlVelFURWxOMFFsTWtNbE1qSnNhVzVsVTNSNWJHVWxNaklsTTBFbE4wSWxNakpzYVc1bFYybGtkR2dsTWpJbE0wRXhMalVsTjBRbE1rTWxNakptYVd4c1UzUjViR1VsTWpJbE0wRWxOMElsTjBRbE1rTWxNakowYUdWdFpTVXlNaVV6UVNVM1FpVTNSQ1V5UXlVeU1uQmhkR2dsTWpJbE0wRWxOVUlsTjBJbE1qSmhZM1JwYjI1ekpUSXlKVE5CSlRWQ0pUZENKVEl5WVdOMGFXOXVKVEl5SlROQkpUSXliVzkyWlNVeU1pVXlReVV5TW5nbE1qSWxNMEVsTWpKTllYUm9MbTFwYmloM0pUSkRhQ2tsTWtZekpUSXlKVEpESlRJeWVTVXlNaVV6UVNVeU1qQWxNaklsTjBRbE1rTWxOMElsTWpKaFkzUnBiMjRsTWpJbE0wRWxNakpzYVc1bEpUSXlKVEpESlRJeWVDVXlNaVV6UVNVeU1uY3RUV0YwYUM1dGFXNG9keVV5UTJncEpUSkdNeVV5TWlVeVF5VXlNbmtsTWpJbE0wRWxNakl3SlRJeUpUZEVKVEpESlRkQ0pUSXlZV04wYVc5dUpUSXlKVE5CSlRJeVkzVnlkbVVsTWpJbE1rTWxNako0TVNVeU1pVXpRU1V5TW5jbE1rSk5ZWFJvTG0xcGJpaDNKVEpEYUNrbE1rWXpKVEpHTXlVeU1pVXlReVV5TW5reEpUSXlKVE5CSlRJeU1DVXlNaVV5UXlVeU1uZ3lKVEl5SlROQkpUSXlkeVV5UWsxaGRHZ3ViV2x1S0hjbE1rTm9LU1V5UmpNbE1rWXpKVEl5SlRKREpUSXllVElsTWpJbE0wRWxNakpvSlRJeUpUSkRKVEl5ZUNVeU1pVXpRU1V5TW5jdFRXRjBhQzV0YVc0b2R5VXlRMmdwSlRKR015VXlNaVV5UXlVeU1ua2xNaklsTTBFbE1qSm9KVEl5SlRkRUpUSkRKVGRDSlRJeVlXTjBhVzl1SlRJeUpUTkJKVEl5YkdsdVpTVXlNaVV5UXlVeU1uZ2xNaklsTTBFbE1qSk5ZWFJvTG0xcGJpaDNKVEpEYUNrbE1rWXpKVEl5SlRKREpUSXllU1V5TWlVelFTVXlNbWdsTWpJbE4wUWxNa01sTjBJbE1qSmhZM1JwYjI0bE1qSWxNMEVsTWpKamRYSjJaU1V5TWlVeVF5VXlNbmd4SlRJeUpUTkJKVEl5TFUxaGRHZ3ViV2x1S0hjbE1rTm9LU1V5UmpNbE1rWXpKVEl5SlRKREpUSXllVEVsTWpJbE0wRWxNakpvSlRJeUpUSkRKVEl5ZURJbE1qSWxNMEVsTWpJdFRXRjBhQzV0YVc0b2R5VXlRMmdwSlRKR015VXlSak1sTWpJbE1rTWxNako1TWlVeU1pVXpRU1V5TWpBbE1qSWxNa01sTWpKNEpUSXlKVE5CSlRJeVRXRjBhQzV0YVc0b2R5VXlRMmdwSlRKR015VXlNaVV5UXlVeU1ua2xNaklsTTBFbE1qSXdKVEl5SlRkRUpUSkRKVGRDSlRJeVlXTjBhVzl1SlRJeUpUTkJKVEl5WTJ4dmMyVWxNaklsTjBRbE5VUWxOMFFsTlVRbE1rTWxNakptYjI1MFUzUjViR1VsTWpJbE0wRWxOMElsTjBRbE1rTWxNakowWlhoMFFteHZZMnNsTWpJbE0wRWxOVUlsTjBJbE1qSndiM05wZEdsdmJpVXlNaVV6UVNVM1FpVXlNbmdsTWpJbE0wRXhNQ1V5UXlVeU1ua2xNaklsTTBFd0pUSkRKVEl5ZHlVeU1pVXpRU1V5TW5jdE1qQWxNaklsTWtNbE1qSm9KVEl5SlROQkpUSXlhQ1V5TWlVM1JDVXlReVV5TW5SbGVIUWxNaklsTTBFbE1qSWxSVFFsUWpnbFFVUWxSVGtsT1RjbFFqUWxSVFFsUWtZbFFURWxSVFVsT0VZbFFqY2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UlNYZEhjM1ZwWW5OTU5URTFNalkwSlRJeUpUTkJKVGRDSlRJeWFXUWxNaklsTTBFbE1qSlJTWGRIYzNWcFluTk1OVEUxTWpZMEpUSXlKVEpESlRJeWJtRnRaU1V5TWlVelFTVXlNbk4wWVhKMEpUSXlKVEpESlRJeWRHbDBiR1VsTWpJbE0wRWxNaklsUlRVbFFrTWxPREFsUlRVbFFUY2xPRUlsTWtZbFJUY2xRa0lsT1RNbFJUWWxPVVFsT1VZbE1qSWxNa01sTWpKallYUmxaMjl5ZVNVeU1pVXpRU1V5TW1KaGMybGpKVEl5SlRKREpUSXlaM0p2ZFhBbE1qSWxNMEVsTWpJbE1qSWxNa01sTWpKbmNtOTFjRTVoYldVbE1qSWxNMEZ1ZFd4c0pUSkRKVEl5Ykc5amEyVmtKVEl5SlROQlptRnNjMlVsTWtNbE1qSnNhVzVySlRJeUpUTkJKVEl5SlRJeUpUSkRKVEl5WTJocGJHUnlaVzRsTWpJbE0wRWxOVUlsTlVRbE1rTWxNakp3WVhKbGJuUWxNaklsTTBFbE1qSWxNaklsTWtNbE1qSnlaWE5wZW1WRWFYSWxNaklsTTBFbE5VSWxNakowYkNVeU1pVXlReVV5TW5SeUpUSXlKVEpESlRJeVluSWxNaklsTWtNbE1qSmliQ1V5TWlVeVF5VXlNbXdsTWpJbE1rTWxNakowSlRJeUpUSkRKVEl5Y2lVeU1pVXlReVV5TW1JbE1qSWxOVVFsTWtNbE1qSmhkSFJ5YVdKMWRHVWxNaklsTTBFbE4wSWxNakpqYjI1MFlXbHVaWElsTWpJbE0wRm1ZV3h6WlNVeVF5VXlNblpwYzJsaWJHVWxNaklsTTBGMGNuVmxKVEpESlRJeWNtOTBZWFJoWW14bEpUSXlKVE5CZEhKMVpTVXlReVV5TW14cGJtdGhZbXhsSlRJeUpUTkJkSEoxWlNVeVF5VXlNbU52Ykd4aGNITmhZbXhsSlRJeUpUTkJabUZzYzJVbE1rTWxNakpqYjJ4c1lYQnpaV1FsTWpJbE0wRm1ZV3h6WlNVeVF5VXlNbVpwZUdWa1RHbHVheVV5TWlVelFXWmhiSE5sSlRKREpUSXliV0Z5YTJWeVQyWm1jMlYwSlRJeUpUTkJOU1UzUkNVeVF5VXlNbVJoZEdGQmRIUnlhV0oxZEdWekpUSXlKVE5CSlRWQ0pUZENKVEl5Ym1GdFpTVXlNaVV6UVNVeU1pVkZOU1ZDUVNVNFJpVkZOU1U0UmlWQ055VXlNaVV5UXlVeU1uUjVjR1VsTWpJbE0wRWxNakp1ZFcxaVpYSWxNaklsTWtNbE1qSjJZV3gxWlNVeU1pVXpRU1V5TWlVeU1pVXlReVV5TW1OaGRHVm5iM0o1SlRJeUpUTkJKVEl5WkdWbVlYVnNkQ1V5TWlVeVF5VXlNbWxrSlRJeUpUTkJKVEl5ZUVSeGQzbEZXa3AzWnpFNU9UVXpOU1V5TWlVM1JDVXlReVUzUWlVeU1tNWhiV1VsTWpJbE0wRWxNaklsUlRVbE9UQWxPRVFsUlRjbFFUY2xRakFsTWpJbE1rTWxNakowZVhCbEpUSXlKVE5CSlRJeWMzUnlhVzVuSlRJeUpUSkRKVEl5ZG1Gc2RXVWxNaklsTTBFbE1qSWxNaklsTWtNbE1qSmpZWFJsWjI5eWVTVXlNaVV6UVNVeU1tUmxabUYxYkhRbE1qSWxNa01sTWpKcFpDVXlNaVV6UVNVeU1rNTVWRWhEUm5GMVNIazJNVEU0TVRVbE1qSWxOMFFsTWtNbE4wSWxNakp1WVcxbEpUSXlKVE5CSlRJeUpVVTJKVGc1SlRnd0pVVTJKVGxESlRnNUpVVTRKVGd3SlRnMUpUSXlKVEpESlRJeWRIbHdaU1V5TWlVelFTVXlNbk4wY21sdVp5VXlNaVV5UXlVeU1uWmhiSFZsSlRJeUpUTkJKVEl5SlRJeUpUSkRKVEl5WTJGMFpXZHZjbmtsTWpJbE0wRWxNakprWldaaGRXeDBKVEl5SlRKREpUSXlhV1FsTWpJbE0wRWxNakp4Vm5kcFJFaEpZWGhTTVRjM01UTXpKVEl5SlRkRUpUSkRKVGRDSlRJeWJtRnRaU1V5TWlVelFTVXlNaVZGT0NWQ1JpVTVSU1ZGTmlVNFJTVkJOU1V5TWlVeVF5VXlNblI1Y0dVbE1qSWxNMEVsTWpKc2FXNXJKVEl5SlRKREpUSXlkbUZzZFdVbE1qSWxNMEVsTWpJbE1qSWxNa01sTWpKallYUmxaMjl5ZVNVeU1pVXpRU1V5TW1SbFptRjFiSFFsTWpJbE1rTWxNakpwWkNVeU1pVXpRU1V5TW1aUlNIZGljR2g1YlhNNU5qSTVNVGNsTWpJbE4wUWxNa01sTjBJbE1qSnVZVzFsSlRJeUpUTkJKVEl5SlVVMEpVSkZKVUpHSlVVM0pVRkRKVUpCSlRJeUpUSkRKVEl5ZEhsd1pTVXlNaVV6UVNVeU1uTjBjbWx1WnlVeU1pVXlReVV5TW5aaGJIVmxKVEl5SlROQkpUSXlKVEl5SlRKREpUSXlZMkYwWldkdmNua2xNaklsTTBFbE1qSmtaV1poZFd4MEpUSXlKVEpESlRJeWFXUWxNaklsTTBFbE1qSjNlbTVCU25abFRHOU5PRGt3TlRZekpUSXlKVGRFSlRWRUpUSkRKVEl5Y0hKdmNITWxNaklsTTBFbE4wSWxNako0SlRJeUpUTkJNVE0xTGpZd01EQXdOakV3TXpVeE5UWXlKVEpESlRJeWVTVXlNaVV6UVRFMU1TNDFPVGs1T1RnME56UXhNakV4SlRKREpUSXlkeVV5TWlVelFURXdNQ1V5UXlVeU1tZ2xNaklsTTBFMU1DVXlReVV5TW5wcGJtUmxlQ1V5TWlVelFUSWxNa01sTWpKaGJtZHNaU1V5TWlVelFUQWxOMFFsTWtNbE1qSnphR0Z3WlZOMGVXeGxKVEl5SlROQkpUZENKVEl5WVd4d2FHRWxNaklsTTBFeEpUZEVKVEpESlRJeWJHbHVaVk4wZVd4bEpUSXlKVE5CSlRkQ0pUSXliR2x1WlZkcFpIUm9KVEl5SlROQk1TNDFKVGRFSlRKREpUSXlabWxzYkZOMGVXeGxKVEl5SlROQkpUZENKVGRFSlRKREpUSXlkR2hsYldVbE1qSWxNMEVsTjBJbE4wUWxNa01sTWpKd1lYUm9KVEl5SlROQkpUVkNKVGRDSlRJeVlXTjBhVzl1Y3lVeU1pVXpRU1UxUWlVM1FpVXlNbUZqZEdsdmJpVXlNaVV6UVNVeU1tMXZkbVVsTWpJbE1rTWxNako0SlRJeUpUTkJKVEl5VFdGMGFDNXRhVzRvZHlVeVEyZ3BKVEpHTXlVeU1pVXlReVV5TW5rbE1qSWxNMEVsTWpJd0pUSXlKVGRFSlRKREpUZENKVEl5WVdOMGFXOXVKVEl5SlROQkpUSXliR2x1WlNVeU1pVXlReVV5TW5nbE1qSWxNMEVsTWpKM0xVMWhkR2d1YldsdUtIY2xNa05vS1NVeVJqTWxNaklsTWtNbE1qSjVKVEl5SlROQkpUSXlNQ1V5TWlVM1JDVXlReVUzUWlVeU1tRmpkR2x2YmlVeU1pVXpRU1V5TW1OMWNuWmxKVEl5SlRKREpUSXllREVsTWpJbE0wRWxNakozSlRKQ1RXRjBhQzV0YVc0b2R5VXlRMmdwSlRKR015VXlSak1sTWpJbE1rTWxNako1TVNVeU1pVXpRU1V5TWpBbE1qSWxNa01sTWpKNE1pVXlNaVV6UVNVeU1uY2xNa0pOWVhSb0xtMXBiaWgzSlRKRGFDa2xNa1l6SlRKR015VXlNaVV5UXlVeU1ua3lKVEl5SlROQkpUSXlhQ1V5TWlVeVF5VXlNbmdsTWpJbE0wRWxNakozTFUxaGRHZ3ViV2x1S0hjbE1rTm9LU1V5UmpNbE1qSWxNa01sTWpKNUpUSXlKVE5CSlRJeWFDVXlNaVUzUkNVeVF5VTNRaVV5TW1GamRHbHZiaVV5TWlVelFTVXlNbXhwYm1VbE1qSWxNa01sTWpKNEpUSXlKVE5CSlRJeVRXRjBhQzV0YVc0b2R5VXlRMmdwSlRKR015VXlNaVV5UXlVeU1ua2xNaklsTTBFbE1qSm9KVEl5SlRkRUpUSkRKVGRDSlRJeVlXTjBhVzl1SlRJeUpUTkJKVEl5WTNWeWRtVWxNaklsTWtNbE1qSjRNU1V5TWlVelFTVXlNaTFOWVhSb0xtMXBiaWgzSlRKRGFDa2xNa1l6SlRKR015VXlNaVV5UXlVeU1ua3hKVEl5SlROQkpUSXlhQ1V5TWlVeVF5VXlNbmd5SlRJeUpUTkJKVEl5TFUxaGRHZ3ViV2x1S0hjbE1rTm9LU1V5UmpNbE1rWXpKVEl5SlRKREpUSXllVElsTWpJbE0wRWxNakl3SlRJeUpUSkRKVEl5ZUNVeU1pVXpRU1V5TWsxaGRHZ3ViV2x1S0hjbE1rTm9LU1V5UmpNbE1qSWxNa01sTWpKNUpUSXlKVE5CSlRJeU1DVXlNaVUzUkNVeVF5VTNRaVV5TW1GamRHbHZiaVV5TWlVelFTVXlNbU5zYjNObEpUSXlKVGRFSlRWRUpUZEVKVFZFSlRKREpUSXlabTl1ZEZOMGVXeGxKVEl5SlROQkpUZENKVGRFSlRKREpUSXlkR1Y0ZEVKc2IyTnJKVEl5SlROQkpUVkNKVGRDSlRJeWNHOXphWFJwYjI0bE1qSWxNMEVsTjBJbE1qSjRKVEl5SlROQk1UQWxNa01sTWpKNUpUSXlKVE5CTUNVeVF5VXlNbmNsTWpJbE0wRWxNakozTFRJd0pUSXlKVEpESlRJeWFDVXlNaVV6UVNVeU1tZ2xNaklsTjBRbE1rTWxNakowWlhoMEpUSXlKVE5CSlRJeUpVVTFKVUkzSlVFMkpVVTBKVUpGSlVFM0pVVTBKVUpHSlVFeEpVVTFKVGhHSlVJM0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UpUSkRKVEl5ZG1Gc1JtbEdhMVZHU1RVME1URXpOeVV5TWlVelFTVTNRaVV5TW1sa0pUSXlKVE5CSlRJeWRtRnNSbWxHYTFWR1NUVTBNVEV6TnlVeU1pVXlReVV5TW01aGJXVWxNaklsTTBFbE1qSnpkR0Z5ZENVeU1pVXlReVV5TW5ScGRHeGxKVEl5SlROQkpUSXlKVVUxSlVKREpUZ3dKVVUxSlVFM0pUaENKVEpHSlVVM0pVSkNKVGt6SlVVMkpUbEVKVGxHSlRJeUpUSkRKVEl5WTJGMFpXZHZjbmtsTWpJbE0wRWxNakppWVhOcFl5VXlNaVV5UXlVeU1tZHliM1Z3SlRJeUpUTkJKVEl5SlRJeUpUSkRKVEl5WjNKdmRYQk9ZVzFsSlRJeUpUTkJiblZzYkNVeVF5VXlNbXh2WTJ0bFpDVXlNaVV6UVdaaGJITmxKVEpESlRJeWJHbHVheVV5TWlVelFTVXlNaVV5TWlVeVF5VXlNbU5vYVd4a2NtVnVKVEl5SlROQkpUVkNKVFZFSlRKREpUSXljR0Z5Wlc1MEpUSXlKVE5CSlRJeUpUSXlKVEpESlRJeWNtVnphWHBsUkdseUpUSXlKVE5CSlRWQ0pUSXlkR3dsTWpJbE1rTWxNakowY2lVeU1pVXlReVV5TW1KeUpUSXlKVEpESlRJeVltd2xNaklsTWtNbE1qSnNKVEl5SlRKREpUSXlkQ1V5TWlVeVF5VXlNbklsTWpJbE1rTWxNakppSlRJeUpUVkVKVEpESlRJeVlYUjBjbWxpZFhSbEpUSXlKVE5CSlRkQ0pUSXlZMjl1ZEdGcGJtVnlKVEl5SlROQlptRnNjMlVsTWtNbE1qSjJhWE5wWW14bEpUSXlKVE5CZEhKMVpTVXlReVV5TW5KdmRHRjBZV0pzWlNVeU1pVXpRWFJ5ZFdVbE1rTWxNakpzYVc1cllXSnNaU1V5TWlVelFYUnlkV1VsTWtNbE1qSmpiMnhzWVhCellXSnNaU1V5TWlVelFXWmhiSE5sSlRKREpUSXlZMjlzYkdGd2MyVmtKVEl5SlROQlptRnNjMlVsTWtNbE1qSm1hWGhsWkV4cGJtc2xNaklsTTBGbVlXeHpaU1V5UXlVeU1tMWhjbXRsY2s5bVpuTmxkQ1V5TWlVelFUVWxOMFFsTWtNbE1qSmtZWFJoUVhSMGNtbGlkWFJsY3lVeU1pVXpRU1UxUWlVM1FpVXlNbTVoYldVbE1qSWxNMEVsTWpJbFJUVWxRa0VsT0VZbFJUVWxPRVlsUWpjbE1qSWxNa01sTWpKMGVYQmxKVEl5SlROQkpUSXliblZ0WW1WeUpUSXlKVEpESlRJeWRtRnNkV1VsTWpJbE0wRWxNaklsTWpJbE1rTWxNakpqWVhSbFoyOXllU1V5TWlVelFTVXlNbVJsWm1GMWJIUWxNaklsTWtNbE1qSnBaQ1V5TWlVelFTVXlNbHB6UzJkT2QzUndha2cwTlRBeU9URWxNaklsTjBRbE1rTWxOMElsTWpKdVlXMWxKVEl5SlROQkpUSXlKVVUxSlRrd0pUaEVKVVUzSlVFM0pVSXdKVEl5SlRKREpUSXlkSGx3WlNVeU1pVXpRU1V5TW5OMGNtbHVaeVV5TWlVeVF5VXlNblpoYkhWbEpUSXlKVE5CSlRJeUpUSXlKVEpESlRJeVkyRjBaV2R2Y25rbE1qSWxNMEVsTWpKa1pXWmhkV3gwSlRJeUpUSkRKVEl5YVdRbE1qSWxNMEVsTWpKUlZWUnpWME5hZWtSSk56a3hNekV3SlRJeUpUZEVKVEpESlRkQ0pUSXlibUZ0WlNVeU1pVXpRU1V5TWlWRk5pVTRPU1U0TUNWRk5pVTVReVU0T1NWRk9DVTRNQ1U0TlNVeU1pVXlReVV5TW5SNWNHVWxNaklsTTBFbE1qSnpkSEpwYm1jbE1qSWxNa01sTWpKMllXeDFaU1V5TWlVelFTVXlNaVV5TWlVeVF5VXlNbU5oZEdWbmIzSjVKVEl5SlROQkpUSXlaR1ZtWVhWc2RDVXlNaVV5UXlVeU1tbGtKVEl5SlROQkpUSXlVMWREVTI1U2NYcHFjalU0T0RZMk1pVXlNaVUzUkNVeVF5VTNRaVV5TW01aGJXVWxNaklsTTBFbE1qSWxSVGdsUWtZbE9VVWxSVFlsT0VVbFFUVWxNaklsTWtNbE1qSjBlWEJsSlRJeUpUTkJKVEl5YkdsdWF5VXlNaVV5UXlVeU1uWmhiSFZsSlRJeUpUTkJKVEl5SlRJeUpUSkRKVEl5WTJGMFpXZHZjbmtsTWpJbE0wRWxNakprWldaaGRXeDBKVEl5SlRKREpUSXlhV1FsTWpJbE0wRWxNakpNY1VsTFRXOUNWSFZ0T0RJMU56QTRKVEl5SlRkRUpUSkRKVGRDSlRJeWJtRnRaU1V5TWlVelFTVXlNaVZGTkNWQ1JTVkNSaVZGTnlWQlF5VkNRU1V5TWlVeVF5VXlNblI1Y0dVbE1qSWxNMEVsTWpKemRISnBibWNsTWpJbE1rTWxNakoyWVd4MVpTVXlNaVV6UVNVeU1pVXlNaVV5UXlVeU1tTmhkR1ZuYjNKNUpUSXlKVE5CSlRJeVpHVm1ZWFZzZENVeU1pVXlReVV5TW1sa0pUSXlKVE5CSlRJeVFrdGhURmRrZGxaeVJUSXdPREE0T0NVeU1pVTNSQ1UxUkNVeVF5VXlNbkJ5YjNCekpUSXlKVE5CSlRkQ0pUSXllQ1V5TWlVelFUVXpNeTQyTURBd01EWXhNRE0xTVRVMkpUSkRKVEl5ZVNVeU1pVXpRVEUxTVM0MU9UazVPVGcwTnpReE1qRXhKVEpESlRJeWR5VXlNaVV6UVRFd01DVXlReVV5TW1nbE1qSWxNMEUxTUNVeVF5VXlNbnBwYm1SbGVDVXlNaVV6UVRNbE1rTWxNakpoYm1kc1pTVXlNaVV6UVRBbE4wUWxNa01sTWpKemFHRndaVk4wZVd4bEpUSXlKVE5CSlRkQ0pUSXlZV3h3YUdFbE1qSWxNMEV4SlRkRUpUSkRKVEl5YkdsdVpWTjBlV3hsSlRJeUpUTkJKVGRDSlRJeWJHbHVaVmRwWkhSb0pUSXlKVE5CTVM0MUpUZEVKVEpESlRJeVptbHNiRk4wZVd4bEpUSXlKVE5CSlRkQ0pUZEVKVEpESlRJeWRHaGxiV1VsTWpJbE0wRWxOMElsTjBRbE1rTWxNakp3WVhSb0pUSXlKVE5CSlRWQ0pUZENKVEl5WVdOMGFXOXVjeVV5TWlVelFTVTFRaVUzUWlVeU1tRmpkR2x2YmlVeU1pVXpRU1V5TW0xdmRtVWxNaklsTWtNbE1qSjRKVEl5SlROQkpUSXlUV0YwYUM1dGFXNG9keVV5UTJncEpUSkdNeVV5TWlVeVF5VXlNbmtsTWpJbE0wRWxNakl3SlRJeUpUZEVKVEpESlRkQ0pUSXlZV04wYVc5dUpUSXlKVE5CSlRJeWJHbHVaU1V5TWlVeVF5VXlNbmdsTWpJbE0wRWxNakozTFUxaGRHZ3ViV2x1S0hjbE1rTm9LU1V5UmpNbE1qSWxNa01sTWpKNUpUSXlKVE5CSlRJeU1DVXlNaVUzUkNVeVF5VTNRaVV5TW1GamRHbHZiaVV5TWlVelFTVXlNbU4xY25abEpUSXlKVEpESlRJeWVERWxNaklsTTBFbE1qSjNKVEpDVFdGMGFDNXRhVzRvZHlVeVEyZ3BKVEpHTXlVeVJqTWxNaklsTWtNbE1qSjVNU1V5TWlVelFTVXlNakFsTWpJbE1rTWxNako0TWlVeU1pVXpRU1V5TW5jbE1rSk5ZWFJvTG0xcGJpaDNKVEpEYUNrbE1rWXpKVEpHTXlVeU1pVXlReVV5TW5reUpUSXlKVE5CSlRJeWFDVXlNaVV5UXlVeU1uZ2xNaklsTTBFbE1qSjNMVTFoZEdndWJXbHVLSGNsTWtOb0tTVXlSak1sTWpJbE1rTWxNako1SlRJeUpUTkJKVEl5YUNVeU1pVTNSQ1V5UXlVM1FpVXlNbUZqZEdsdmJpVXlNaVV6UVNVeU1teHBibVVsTWpJbE1rTWxNako0SlRJeUpUTkJKVEl5VFdGMGFDNXRhVzRvZHlVeVEyZ3BKVEpHTXlVeU1pVXlReVV5TW5rbE1qSWxNMEVsTWpKb0pUSXlKVGRFSlRKREpUZENKVEl5WVdOMGFXOXVKVEl5SlROQkpUSXlZM1Z5ZG1VbE1qSWxNa01sTWpKNE1TVXlNaVV6UVNVeU1pMU5ZWFJvTG0xcGJpaDNKVEpEYUNrbE1rWXpKVEpHTXlVeU1pVXlReVV5TW5reEpUSXlKVE5CSlRJeWFDVXlNaVV5UXlVeU1uZ3lKVEl5SlROQkpUSXlMVTFoZEdndWJXbHVLSGNsTWtOb0tTVXlSak1sTWtZekpUSXlKVEpESlRJeWVUSWxNaklsTTBFbE1qSXdKVEl5SlRKREpUSXllQ1V5TWlVelFTVXlNazFoZEdndWJXbHVLSGNsTWtOb0tTVXlSak1sTWpJbE1rTWxNako1SlRJeUpUTkJKVEl5TUNVeU1pVTNSQ1V5UXlVM1FpVXlNbUZqZEdsdmJpVXlNaVV6UVNVeU1tTnNiM05sSlRJeUpUZEVKVFZFSlRkRUpUVkVKVEpESlRJeVptOXVkRk4wZVd4bEpUSXlKVE5CSlRkQ0pUZEVKVEpESlRJeWRHVjRkRUpzYjJOckpUSXlKVE5CSlRWQ0pUZENKVEl5Y0c5emFYUnBiMjRsTWpJbE0wRWxOMElsTWpKNEpUSXlKVE5CTVRBbE1rTWxNako1SlRJeUpUTkJNQ1V5UXlVeU1uY2xNaklsTTBFbE1qSjNMVEl3SlRJeUpUSkRKVEl5YUNVeU1pVXpRU1V5TW1nbE1qSWxOMFFsTWtNbE1qSjBaWGgwSlRJeUpUTkJKVEl5SlVVMUpUaEdKVUl6SlVVMEpVSkZKVUUzSlVVMEpVSkdKVUV4SlVVMUpUaEdKVUkz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iV3gzWldaMmNVeFNkelF3TlRrNE15VXlNaVV6UVNVM1FpVXlNbWxrSlRJeUpUTkJKVEl5Yld4M1pXWjJjVXhTZHpRd05UazRNeVV5TWlVeVF5VXlNbTVoYldVbE1qSWxNMEVsTWpKeVpXTjBZVzVuYkdVbE1qSWxNa01sTWpKMGFYUnNaU1V5TWlVelFTVXl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ktka2x2WjFaVWEzZDFOVEF5TURZekpUSXlKVGRFSlRKREpUZENKVEl5Ym1GdFpTVXlNaVV6UVNVeU1pVkZOU1U1TUNVNFJDVkZOeVZCTnlWQ01DVXlNaVV5UXlVeU1uUjVjR1VsTWpJbE0wRWxNakp6ZEhKcGJtY2xNaklsTWtNbE1qSjJZV3gxWlNVeU1pVXpRU1V5TWlVeU1pVXlReVV5TW1OaGRHVm5iM0o1SlRJeUpUTkJKVEl5WkdWbVlYVnNkQ1V5TWlVeVF5VXlNbWxrSlRJeUpUTkJKVEl5U1hWYWFrdHJTWFJIZHpNd05qZzRNU1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reEdTM1ppUVdSWVNFd3dPVGN4T0RZbE1qSWxOMFFsTWtNbE4wSWxNakp1WVcxbEpUSXlKVE5CSlRJeUpVVTRKVUpHSlRsRkpVVTJKVGhGSlVFMUpUSXlKVEpESlRJeWRIbHdaU1V5TWlVelFTVXlNbXhwYm1zbE1qSWxNa01sTWpKMllXeDFaU1V5TWlVelFTVXlNaVV5TWlVeVF5VXlNbU5oZEdWbmIzSjVKVEl5SlROQkpUSXlaR1ZtWVhWc2RDVXlNaVV5UXlVeU1tbGtKVEl5SlROQkpUSXliVVpRUVZOV2JYSlZhems0T1RBeE9TVXlNaVUzUkNVeVF5VTNRaVV5TW01aGJXVWxNaklsTTBFbE1qSWxSVFFsUWtVbFFrWWxSVGNsUVVNbFFrRWxNaklsTWtNbE1qSjBlWEJsSlRJeUpUTkJKVEl5YzNSeWFXNW5KVEl5SlRKREpUSXlkbUZzZFdVbE1qSWxNMEVsTWpJbE1qSWxNa01sTWpKallYUmxaMjl5ZVNVeU1pVXpRU1V5TW1SbFptRjFiSFFsTWpJbE1rTWxNakpwWkNVeU1pVXpRU1V5TWxCbVRGRlRRM1JCVEVjd05qWTVNVFVsTWpJbE4wUWxOVVFsTWtNbE1qSndjbTl3Y3lVeU1pVXpRU1UzUWlVeU1uZ2xNaklsTTBFeU16Z3VOakF3TURBMk1UQXpOVEUxTmpJbE1rTWxNako1SlRJeUpUTkJNelF4TGpVNU9UazVPRFEzTkRFeU1URWxNa01sTWpKM0pUSXlKVE5CT1RZbE1rTWxNakpvSlRJeUpUTkJOVFFsTWtNbE1qSjZhVzVrWlhnbE1qSWxNMEU0SlRKREpUSXlZVzVuYkdVbE1qSWxNMEV3SlRkRUpUSkRKVEl5YzJoaGNHVlRkSGxzWlNVeU1pVXpRU1UzUWlVeU1tRnNjR2hoSlRJeUpUTkJNU1UzUkNVeVF5VXlNbXhwYm1WVGRIbHNaU1V5TWlVelFTVTNRaVV5TW14cGJtVlhhV1IwYUNVeU1pVXpRVEV1TlNVM1JDVXlReVV5TW1acGJHeFRkSGxzWlNVeU1pVXpRU1UzUWlVM1JDVXlReVV5TW5Sb1pXMWxKVEl5SlROQkpUZENKVGRFSlRKREpUSXljR0YwYUNVeU1pVXpRU1UxUWlVM1Fp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GRFSlRKREpUSXlkR1Y0ZEVKc2IyTnJKVEl5SlROQkpUVkNKVGRDSlRJeWNHOXphWFJwYjI0bE1qSWxNMEVsTjBJbE1qSjRKVEl5SlROQk1UQWxNa01sTWpKNUpUSXlKVE5CTUNVeVF5VXlNbmNsTWpJbE0wRWxNakozTFRJd0pUSXlKVEpESlRJeWFDVXlNaVV6UVNVeU1tZ2xNaklsTjBRbE1rTWxNakowWlhoMEpUSXlKVE5CSlRJeUpVVTNKVGswSlVJMUpVVTJKVGxESlVKQkpVVkdKVUpESlRsQkpVVTJKVGd3SlVFMUpVVTFKVGc0SlVJNU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UpUSkRKVEl5V1VSUmVHdDNTRXhNVkRZMk1qRXdNQ1V5TWlVelFTVTNRaVV5TW1sa0pUSXlKVE5CSlRJeVdVUlJlR3QzU0V4TVZEWTJNakV3TUNVeU1pVXlReVV5TW01aGJXVWxNaklsTTBFbE1qSnlaV04wWVc1bmJHVWxNaklsTWtNbE1qSjBhWFJzWlNVeU1pVXpRU1V5TWlWRk55VTVSaVZCT1NWRk5TVkNSQ1ZCTWlVeU1pVXlReVV5TW1OaGRHVm5iM0o1SlRJeUpUTkJKVEl5WW1GemFXT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4wSWxNakp1WVcxbEpUSXlKVE5CSlRJeUpVVTFKVUpCSlRoR0pVVTFKVGhHSlVJM0pUSXlKVEpESlRJeWRIbHdaU1V5TWlVelFTVXlNbTUxYldKbGNpVXlNaVV5UXlVeU1uWmhiSFZsSlRJeUpUTkJKVEl5SlRJeUpUSkRKVEl5WTJGMFpXZHZjbmtsTWpJbE0wRWxNakprWldaaGRXeDBKVEl5SlRKREpUSXlhV1FsTWpJbE0wRWxNakoyU21sQ1lXUnFjMWROTnpFME16Y3pKVEl5SlRkRUpUSkRKVGRDSlRJeWJtRnRaU1V5TWlVelFTVXlNaVZGTlNVNU1DVTRSQ1ZGTnlWQk55VkNNQ1V5TWlVeVF5VXlNblI1Y0dVbE1qSWxNMEVsTWpKemRISnBibWNsTWpJbE1rTWxNakoyWVd4MVpTVXlNaVV6UVNVeU1pVXlNaVV5UXlVeU1tTmhkR1ZuYjNKNUpUSXlKVE5CSlRJeVpHVm1ZWFZzZENVeU1pVXlReVV5TW1sa0pUSXlKVE5CSlRJeWRWWjVZM1JtZGxKM2JqVTRNelk1TkNVeU1pVTNSQ1V5UXlVM1FpVXlNbTVoYldVbE1qSWxNMEVsTWpJbFJUWWxPRGtsT0RBbFJUWWxPVU1sT0RrbFJUZ2xPREFsT0RVbE1qSWxNa01sTWpKMGVYQmxKVEl5SlROQkpUSXljM1J5YVc1bkpUSXlKVEpESlRJeWRtRnNkV1VsTWpJbE0wRWxNaklsTWpJbE1rTWxNakpqWVhSbFoyOXllU1V5TWlVelFTVXlNbVJsWm1GMWJIUWxNaklsTWtNbE1qSnBaQ1V5TWlVelFTVXlNblpIUlVWcGRreEpkMUkzTmpZMU1UY2xNaklsTjBRbE1rTWxOMElsTWpKdVlXMWxKVEl5SlROQkpUSXlKVVU0SlVKR0pUbEZKVVUySlRoRkpVRTFKVEl5SlRKREpUSXlkSGx3WlNVeU1pVXpRU1V5TW14cGJtc2xNaklsTWtNbE1qSjJZV3gxWlNVeU1pVXpRU1V5TWlVeU1pVXlReVV5TW1OaGRHVm5iM0o1SlRJeUpUTkJKVEl5WkdWbVlYVnNkQ1V5TWlVeVF5VXlNbWxrSlRJeUpUTkJKVEl5YjFwUVEyMWpVM0ZDYlRFM09UZzRNaVV5TWlVM1JDVXlReVUzUWlVeU1tNWhiV1VsTWpJbE0wRWxNaklsUlRRbFFrVWxRa1lsUlRjbFFVTWxRa0VsTWpJbE1rTWxNakowZVhCbEpUSXlKVE5CSlRJeWMzUnlhVzVuSlRJeUpUSkRKVEl5ZG1Gc2RXVWxNaklsTTBFbE1qSWxNaklsTWtNbE1qSmpZWFJsWjI5eWVTVXlNaVV6UVNVeU1tUmxabUYxYkhRbE1qSWxNa01sTWpKcFpDVXlNaVV6UVNVeU1uaHJiRzFFZDBoQ2IxVTBOak00T0RVbE1qSWxOMFFsTlVRbE1rTWxNakp3Y205d2N5VXlNaVV6UVNVM1FpVXlNbmdsTWpJbE0wRTBNekl1TmpBd01EQTJNVEF6TlRFMU5pVXlReVV5TW5rbE1qSWxNMEV6TkRFdU5UazVPVGs0TkRjME1USXhNU1V5UXlVeU1uY2xNaklsTTBFNU5pVXlReVV5TW1nbE1qSWxNMEUxTkNVeVF5VXlNbnBwYm1SbGVDVXlNaVV6UVRFd0pUSkRKVEl5WVc1bmJHVWxNaklsTTBFd0pUZEVKVEpESlRJeWMyaGhjR1ZUZEhsc1pTVXlNaVV6UVNVM1FpVXlNbUZzY0doaEpUSXlKVE5CTVNVM1JDVXlReVV5TW14cGJtVlRkSGxzWlNVeU1pVXpRU1UzUWlVeU1teHBibVZYYVdSMGFDVXlNaVV6UVRFdU5TVTNSQ1V5UXlVeU1tWnBiR3hUZEhsc1pTVXlNaVV6UVNVM1FpVTNSQ1V5UXlVeU1uUm9aVzFsSlRJeUpUTkJKVGRDSlRkRUpUSkRKVEl5Y0dGMGFDVXlNaVV6UVNVMVFpVTNRaVV5TW1GamRHbHZibk1sTWpJbE0wRWxOVUlsTjBJbE1qSmhZM1JwYjI0bE1qSWxNMEVsTWpKdGIzWmxKVEl5SlRKREpUSXllQ1V5TWlVelFTVXlNakFsTWpJbE1rTWxNako1SlRJeUpUTkJKVEl5TUNVeU1pVTNSQ1V5UXlVM1FpVXlNbUZqZEdsdmJpVXlNaVV6UVNVeU1teHBibVVsTWpJbE1rTWxNako0SlRJeUpUTkJKVEl5ZHlVeU1pVXlReVV5TW5rbE1qSWxNMEVsTWpJd0pUSXlKVGRFSlRKREpUZENKVEl5WVdOMGFXOXVKVEl5SlROQkpUSXliR2x1WlNVeU1pVXlReVV5TW5nbE1qSWxNMEVsTWpKM0pUSXlKVEpESlRJeWVTVXlNaVV6UVNVeU1tZ2xNaklsTjBRbE1rTWxOMElsTWpKaFkzUnBiMjRsTWpJbE0wRWxNakpzYVc1bEpUSXlKVEpESlRJeWVDVXlNaVV6UVNVeU1qQWxNaklsTWtNbE1qSjVKVEl5SlROQkpUSXlhQ1V5TWlVM1JDVXlReVUzUWlVeU1tRmpkR2x2YmlVeU1pVXpRU1V5TW1Oc2IzTmxKVEl5SlRkRUpUVkVKVGRFSlRWRUpUSkRKVEl5Wm05dWRGTjBlV3hsSlRJeUpUTkJKVGRDSlRkRUpUSkRKVEl5ZEdWNGRFSnNiMk5ySlRJeUpUTkJKVFZDSlRkQ0pUSXljRzl6YVhScGIyNGxNaklsTTBFbE4wSWxNako0SlRJeUpUTkJNVEFsTWtNbE1qSjVKVEl5SlROQk1DVXlReVV5TW5jbE1qSWxNMEVsTWpKM0xUSXdKVEl5SlRKREpUSXlhQ1V5TWlVelFTVXlNbWdsTWpJbE4wUWxNa01sTWpKMFpYaDBKVEl5SlROQkpUSXlKVVUzSlRoQkpVSTJKVVUySlRnd0pUZ3hKVVUzSlRneEpVRkdKVVZHSlVKREpUbEJKVVUzSlRrMEpVSXhKVVUzSlVKQ0pVSkdKVVU0SlVKRUpVRkRKVVUzSlVKQkpVRXl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VdtWm9aRWhTVldkUVlUZ3hNVGMyTkNVeU1pVXpRU1UzUWlVeU1tbGtKVEl5SlROQkpUSXlXbVpvWkVoU1ZXZFFZVGd4TVRjMk5DVXlNaVV5UXlVeU1tNWhiV1VsTWpJbE0wRWxNakpzYVc1clpYSWxNaklsTWtNbE1qSjBaWGgwSlRJeUpUTkJKVEl5SlRJeUpUSkRKVEl5WjNKdmRYQWxNaklsTTBFbE1qSWxNaklsTWtNbE1qSnNhVzVyWlhKVWVYQmxKVEl5SlROQkpUSXlZbkp2YTJWdUpUSXlKVEpESlRJeWNHOXBiblJ6SlRJeUpUTkJKVFZDSlRkQ0pUSXllQ1V5TWlVelFUTTROQzQyTURBd01EWXhNRE0xTVRVMkpUSkRKVEl5ZVNVeU1pVXpRVEl5TXk0d09UazVPVGcwTnpReE1qRXhKVGRFSlRKREpUZENKVEl5ZUNVeU1pVXpRVE00TkM0Mk1EQXdNRFl4TURNMU1UVTJKVEpESlRJeWVTVXlNaVV6UVRJeU15NHdPVGs1T1RnME56UXhNakV4SlRkRUpUVkVKVEpESlRJeWJHOWphMlZrSlRJeUpUTkJabUZzYzJVbE1rTWxNakprWVhSaFFYUjBjbWxpZFhSbGN5VXlNaVV6UVNVMVFpVTFSQ1V5UXlVeU1uQnliM0J6SlRJeUpUTkJKVGRDSlRJeWVtbHVaR1Y0SlRJeUpUTkJOaVUzUkNVeVF5VXlNbXhwYm1WVGRIbHNaU1V5TWlVelFTVTNRaVV5TW14cGJtVlhhV1IwYUNVeU1pVXpRVEV1TlNVM1JDVXlReVV5TW1aeWIyMGxNaklsTTBFbE4wSWxNako0SlRJeUpUTkJNemcwTGpZd01EQXdOakV3TXpVeE5UWWxNa01sTWpKNUpUSXlKVE5CTWpBeExqVTVPVGs1T0RRM05ERXlNVEVsTWtNbE1qSmhibWRzWlNVeU1pVXpRVFF1TnpFeU16ZzRPVGd3TXpnME5qa2xNa01sTWpKcFpDVXlNaVV6UVNVeU1saERlRlpRVVdwSGRIWTVPVGcxTmpNbE1qSWxOMFFsTWtNbE1qSjBieVV5TWlVelFTVTNRaVV5TW1sa0pUSXlKVE5CSlRJeVJGWk1iVlJ0Y0VGVGNqZzRORFUwT0NVeU1pVXlReVV5TW5nbE1qSWxNMEV6T0RRdU5qQXdNREEyTVRBek5URTFOaVV5UXlVeU1ua2xNaklsTTBFeU5EUXVOVGs1T1RrNE5EYzBNVEl4TVNVeVF5VXlNbUZ1WjJ4bEpUSXlKVE5CTVM0MU56QTNPVFl6TWpZM09UUTRPVGNsTjBRbE1rTWxNakowWlhoMFFteHZZMnNsTWpJbE0wRWxOVUlsTlVRbE4wUWxNa01sTWpKR1dtbHFVWFpoYzBKa01qQTVNelU0SlRJeUpUTkJKVGRDSlRJeWFXUWxNaklsTTBFbE1qSkdXbWxxVVhaaGMwSmtNakE1TXpVNEpUSXlKVEpESlRJeWJtRnRaU1V5TWlVelFTVXlNbXhwYm10bGNpVXlNaVV5UXlVeU1uUmxlSFFsTWpJbE0wRWxNaklsTWpJbE1rTWxNakpuY205MWNDVXlNaVV6UVNVeU1pVXlNaVV5UXlVeU1teHBibXRsY2xSNWNHVWxNaklsTTBFbE1qSmljbTlyWlc0bE1qSWxNa01sTWpKd2IybHVkSE1sTWpJbE0wRWxOVUlsTjBJbE1qSjRKVEl5SlROQk16ZzBMall3TURBd05qRXdNelV4TlRZbE1rTWxNako1SlRJeUpUTkJNekl3TGpBNU9UazVPRFEzTkRFeU1URWxOMFFsTWtNbE4wSWxNako0SlRJeUpUTkJNamcyTGpZd01EQXdOakV3TXpVeE5UWWxNa01sTWpKNUpUSXlKVE5CTXpJd0xqQTVPVGs1T0RRM05ERXlNVEVsTjBRbE5VUWxNa01sTWpKc2IyTnJaV1FsTWpJbE0wRm1ZV3h6WlNVeVF5VXlNbVJoZEdGQmRIUnlhV0oxZEdWekpUSXlKVE5CSlRWQ0pUVkVKVEpESlRJeWNISnZjSE1sTWpJbE0wRWxOMElsTWpKNmFXNWtaWGdsTWpJbE0wRTVKVGRFSlRKREpUSXliR2x1WlZOMGVXeGxKVEl5SlROQkpUZENKVEl5YkdsdVpWZHBaSFJvSlRJeUpUTkJNUzQxSlRkRUpUSkRKVEl5Wm5KdmJTVXlNaVV6UVNVM1FpVXlNbmdsTWpJbE0wRXpPRFF1TmpBd01EQTJNVEF6TlRFMU5pVXlReVV5TW5rbE1qSWxNMEV5T1RndU5UazVPVGs0TkRjME1USXhNU1V5UXlVeU1tRnVaMnhsSlRJeUpUTkJOQzQzTVRJek9EZzVPREF6T0RRMk9TVXlReVV5TW1sa0pUSXlKVE5CSlRJeVJGWk1iVlJ0Y0VGVGNqZzRORFUwT0NVeU1pVTNSQ1V5UXlVeU1uUnZKVEl5SlROQkpUZENKVEl5YVdRbE1qSWxNMEVsTWpKdGJIZGxablp4VEZKM05EQTFPVGd6SlRJeUpUSkRKVEl5ZUNVeU1pVXpRVEk0Tmk0Mk1EQXdNRFl4TURNMU1UVTJKVEpESlRJeWVTVXlNaVV6UVRNME1TNDFPVGs1T1RnME56UXhNakV4SlRKREpUSXlZVzVuYkdVbE1qSWxNMEV4TGpVM01EYzVOak15TmpjNU5EZzVOeVUzUkNVeVF5VXlNblJsZUhSQ2JHOWpheVV5TWlVelFTVTFRaVUxUkNVM1JDVXlReVV5TW5sSWVtUlBkMkYyVW00ME5EazRNak1sTWpJbE0wRWxOMElsTWpKcFpDVXlNaVV6UVNVeU1ubEllbVJQZDJGMlVtNDBORGs0TWpNbE1qSWxNa01sTWpKdVlXMWxKVEl5SlROQkpUSXliR2x1YTJWeUpUSXlKVEpESlRJeWRHVjRkQ1V5TWlVelFTVXlNaVV5TWlVeVF5VXlNbWR5YjNWd0pUSXlKVE5CSlRJeUpUSXlKVEpESlRJeWJHbHVhMlZ5Vkhsd1pTVXlNaVV6UVNVeU1tSnliMnRsYmlVeU1pVXlReVV5TW5CdmFXNTBjeVV5TWlVelFTVTFRaVUzUWlVeU1uZ2xNaklsTTBFek9EUXVOakF3TURBMk1UQXpOVEUxTmlVeVF5VXlNbmtsTWpJbE0wRXpNakF1TURrNU9UazRORGMwTVRJeE1TVXlReVV5TW1acGVHVmtKVEl5SlROQmRISjFaU1UzUkNVeVF5VTNRaVV5TW5nbE1qSWxNMEUwT0RBdU5qQXdNREEyTVRBek5URTFOaVV5UXlVeU1ua2xNaklsTTBFek1qQXVNRGs1T1RrNE5EYzBNVEl4TVNVeVF5VXlNbVpwZUdWa0pUSXlKVE5CZEhKMVpTVTNSQ1UxUkNVeVF5VXlNbXh2WTJ0bFpDVXlNaVV6UVdaaGJITmxKVEpESlRJeVpHRjBZVUYwZEhKcFluVjBaWE1sTWpJbE0wRWxOVUlsTlVRbE1rTWxNakp3Y205d2N5VXlNaVV6UVNVM1FpVXlNbnBwYm1SbGVDVXlNaVV6UVRFeEpUZEVKVEpESlRJeWJHbHVaVk4wZVd4bEpUSXlKVE5CSlRkQ0pUSXliR2x1WlZkcFpIUm9KVEl5SlROQk1TNDFKVGRFSlRKREpUSXlabkp2YlNVeU1pVXpRU1UzUWlVeU1uZ2xNaklsTTBFek9EUXVOakF3TURBMk1UQXpOVEUxTmlVeVF5VXlNbmtsTWpJbE0wRXlPVGd1TlRrNU9UazRORGMwTVRJeE1TVXlReVV5TW1GdVoyeGxKVEl5SlROQk5DNDNNVEl6T0RnNU9EQXpPRFEyT1NVeVF5VXlNbWxrSlRJeUpUTkJKVEl5UkZaTWJWUnRjRUZUY2pnNE5EVTBPQ1V5TWlVM1JDVXlReVV5TW5SdkpUSXlKVE5CSlRkQ0pUSXlhV1FsTWpJbE0wRWxNakpaUkZGNGEzZElURXhVTmpZeU1UQXdKVEl5SlRKREpUSXllQ1V5TWlVelFUUTRNQzQyTURBd01EWXhNRE0xTVRVMkpUSkRKVEl5ZVNVeU1pVXpRVE0wTVM0MU9UazVPVGcwTnpReE1qRXhKVEpESlRJeVlXNW5iR1VsTWpJbE0wRXhMalUzTURjNU5qTXlOamM1TkRnNU55VTNSQ1V5UXlVeU1uUmxlSFJDYkc5amF5VXlNaVV6UVNVMVFpVTFSQ1UzUkNVeVF5VXlNa1JXVEcxVWJYQkJVM0k0T0RRMU5EZ2xNaklsTTBFbE4wSWxNakpwWkNVeU1pVXpRU1V5TWtSV1RHMVViWEJCVTNJNE9EUTFORGdsTWpJbE1rTWxNakp1WVcxbEpUSXlKVE5CSlRJeWNtVmpkR0Z1WjJ4bEpUSXlKVEpESlRJeWRHbDBiR1VsTWpJbE0wRWxNak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TWEJpWVcxSFZXVk5UVGMzTWpBMU9TVXlNaVUzUkNVeVF5VTNRaVV5TW01aGJXVWxNaklsTTBFbE1qSWxSVFVsT1RBbE9FUWxSVGNsUVRjbFFqQWxNaklsTWtNbE1qSjBlWEJsSlRJeUpUTkJKVEl5YzNSeWFXNW5KVEl5SlRKREpUSXlkbUZzZFdVbE1qSWxNMEVsTWpJbE1qSWxNa01sTWpKallYUmxaMjl5ZVNVeU1pVXpRU1V5TW1SbFptRjFiSFFsTWpJbE1rTWxNakpwWkNVeU1pVXpRU1V5TW1admFXcDNhRzVZYkZnNE1UWTJOakF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mxUa0pZVFVWM1oxSnVNakEzT1RjNUpUSXlKVGRFSlRKREpUZENKVEl5Ym1GdFpTVXlNaVV6UVNVeU1pVkZPQ1ZDUmlVNVJTVkZOaVU0UlNWQk5TVXlNaVV5UXlVeU1uUjVjR1VsTWpJbE0wRWxNakpzYVc1ckpUSXlKVEpESlRJeWRtRnNkV1VsTWpJbE0wRWxNaklsTWpJbE1rTWxNakpqWVhSbFoyOXllU1V5TWlVelFTVXlNbVJsWm1GMWJIUWxNaklsTWtNbE1qSnBaQ1V5TWlVelFTVXlNbVJIU21oeGRIRjNSbGN6TVRFM016UWxNaklsTjBRbE1rTWxOMElsTWpKdVlXMWxKVEl5SlROQkpUSXlKVVUwSlVKRkpVSkdKVVUzSlVGREpVSkJKVEl5SlRKREpUSXlkSGx3WlNVeU1pVXpRU1V5TW5OMGNtbHVaeVV5TWlVeVF5VXlNblpoYkhWbEpUSXlKVE5CSlRJeUpUSXlKVEpESlRJeVkyRjBaV2R2Y25rbE1qSWxNMEVsTWpKa1pXWmhkV3gwSlRJeUpUSkRKVEl5YVdRbE1qSWxNMEVsTWpKUlYwdFRWRzVIYUhWRE5qa3hOVEl3SlRJeUpUZEVKVFZFSlRKREpUSXljSEp2Y0hNbE1qSWxNMEVsTjBJbE1qSjRKVEl5SlROQk16TTJMall3TURBd05qRXdNelV4TlRZbE1rTWxNako1SlRJeUpUTkJNalEwTGpVNU9UazVPRFEzTkRFeU1URWxNa01sTWpKM0pUSXlKVE5CT1RZbE1rTWxNakpvSlRJeUpUTkJOVFFsTWtNbE1qSjZhVzVrWlhnbE1qSWxNMEUwSlRKREpUSXlZVzVuYkdVbE1qSWxNMEV3SlRkRUpUSkRKVEl5YzJoaGNHVlRkSGxzWlNVeU1pVXpRU1UzUWlVeU1tRnNjR2hoSlRJeUpUTkJNU1UzUkNVeVF5VXlNbXhwYm1WVGRIbHNaU1V5TWlVelFTVTNRaVV5TW14cGJtVlhhV1IwYUNVeU1pVXpRVEV1TlNVM1JDVXlReVV5TW1acGJHeFRkSGxzWlNVeU1pVXpRU1UzUWlVM1JDVXlReVV5TW5Sb1pXMWxKVEl5SlROQkpUZENKVGRFSlRKREpUSXljR0YwYUNVeU1pVXpRU1UxUWlVM1Fp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GRFSlRKREpUSXlkR1Y0ZEVKc2IyTnJKVEl5SlROQkpUVkNKVGRDSlRJeWNHOXphWFJwYjI0bE1qSWxNMEVsTjBJbE1qSjRKVEl5SlROQk1UQWxNa01sTWpKNUpUSXlKVE5CTUNVeVF5VXlNbmNsTWpJbE0wRWxNakozTFRJd0pUSXlKVEpESlRJeWFDVXlNaVV6UVNVeU1tZ2xNaklsTjBRbE1rTWxNakowWlhoMEpUSXlKVE5CSlRJeUpVVTRKVGxESlRneUpVVTVKVUk0SlVFekpVVTFKVGs1SlVFNE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UpUSkRKVEl5UTB4emJISmhaRVJMYWpNd01qVXdNU1V5TWlVelFTVTNRaVV5TW1sa0pUSXlKVE5CSlRJeVEweHpiSEpoWkVSTGFqTXdNalV3TVNVeU1pVXlReVV5TW01aGJXVWxNaklsTTBFbE1qSnlaV04wWVc1bmJHVWxNaklsTWtNbE1qSjBhWFJzWlNVeU1pVXpRU1V5TWlWRk55VTVSaVZCT1NWRk5TVkNSQ1ZCTWlVeU1pVXlReVV5TW1OaGRHVm5iM0o1SlRJeUpUTkJKVEl5WW1GemFXT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4wSWxNakp1WVcxbEpUSXlKVE5CSlRJeUpVVTFKVUpCSlRoR0pVVTFKVGhHSlVJM0pUSXlKVEpESlRJeWRIbHdaU1V5TWlVelFTVXlNbTUxYldKbGNpVXlNaVV5UXlVeU1uWmhiSFZsSlRJeUpUTkJKVEl5SlRJeUpUSkRKVEl5WTJGMFpXZHZjbmtsTWpJbE0wRWxNakprWldaaGRXeDBKVEl5SlRKREpUSXlhV1FsTWpJbE0wRWxNakpuU20xV1dVcDVlVkpITVRjMk9EazFKVEl5SlRkRUpUSkRKVGRDSlRJeWJtRnRaU1V5TWlVelFTVXlNaVZGTlNVNU1DVTRSQ1ZGTnlWQk55VkNNQ1V5TWlVeVF5VXlNblI1Y0dVbE1qSWxNMEVsTWpKemRISnBibWNsTWpJbE1rTWxNakoyWVd4MVpTVXlNaVV6UVNVeU1pVXlNaVV5UXlVeU1tTmhkR1ZuYjNKNUpUSXlKVE5CSlRJeVpHVm1ZWFZzZENVeU1pVXlReVV5TW1sa0pUSXlKVE5CSlRJeVowUkxlV1IwVVhSaVREYzROVFkxT0NVeU1pVTNSQ1V5UXlVM1FpVXlNbTVoYldVbE1qSWxNMEVsTWpJbFJUWWxPRGtsT0RBbFJUWWxPVU1sT0RrbFJUZ2xPREFsT0RVbE1qSWxNa01sTWpKMGVYQmxKVEl5SlROQkpUSXljM1J5YVc1bkpUSXlKVEpESlRJeWRtRnNkV1VsTWpJbE0wRWxNaklsTWpJbE1rTWxNakpqWVhSbFoyOXllU1V5TWlVelFTVXlNbVJsWm1GMWJIUWxNaklsTWtNbE1qSnBaQ1V5TWlVelFTVXlNa05FVEVKdFJIVnFRMGszTnpFM05ESWxNaklsTjBRbE1rTWxOMElsTWpKdVlXMWxKVEl5SlROQkpUSXlKVVU0SlVKR0pUbEZKVVUySlRoRkpVRTFKVEl5SlRKREpUSXlkSGx3WlNVeU1pVXpRU1V5TW14cGJtc2xNaklsTWtNbE1qSjJZV3gxWlNVeU1pVXpRU1V5TWlVeU1pVXlReVV5TW1OaGRHVm5iM0o1SlRJeUpUTkJKVEl5WkdWbVlYVnNkQ1V5TWlVeVF5VXlNbWxrSlRJeUpUTkJKVEl5UjFKM1FWTlFjWGhrVlRJNU9URXhNU1V5TWlVM1JDVXlReVUzUWlVeU1tNWhiV1VsTWpJbE0wRWxNaklsUlRRbFFrVWxRa1lsUlRjbFFVTWxRa0VsTWpJbE1rTWxNakowZVhCbEpUSXlKVE5CSlRJeWMzUnlhVzVuSlRJeUpUSkRKVEl5ZG1Gc2RXVWxNaklsTTBFbE1qSWxNaklsTWtNbE1qSmpZWFJsWjI5eWVTVXlNaVV6UVNVeU1tUmxabUYxYkhRbE1qSWxNa01sTWpKcFpDVXlNaVV6UVNVeU1tVktVR0ZKV1c5bGNrMDVOVE15TlRRbE1qSWxOMFFsTlVRbE1rTWxNakp3Y205d2N5VXlNaVV6UVNVM1FpVXlNbmdsTWpJbE0wRXhNemN1TmpBd01EQTJNVEF6TlRFMU5qSWxNa01sTWpKNUpUSXlKVE5CTWpRMExqVTVPVGs1T0RRM05ERXlNVEVsTWtNbE1qSjNKVEl5SlROQk9UWWxNa01sTWpKb0pUSXlKVE5CTlRRbE1rTWxNako2YVc1a1pYZ2xNaklsTTBFeE1pVXlReVV5TW1GdVoyeGxKVEl5SlROQk1DVTNSQ1V5UXlVeU1uTm9ZWEJsVTNSNWJHVWxNaklsTTBFbE4wSWxNakpoYkhCb1lTVXlNaVV6UVRFbE4wUWxNa01sTWpKc2FXNWxVM1I1YkdVbE1qSWxNMEVsTjBJbE1qSnNhVzVsVjJsa2RHZ2xNaklsTTBFeExqVWxOMFFsTWtNbE1qSm1hV3hzVTNSNWJHVWxNaklsTTBFbE4wSWxOMFFsTWtNbE1qSjBhR1Z0WlNVeU1pVXpRU1UzUWlVM1JDVXlReVV5TW5CaGRHZ2xNaklsTTBFbE5VSWxOMEl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M1JDVXlReVV5TW5SbGVIUkNiRzlqYXlVeU1pVXpRU1UxUWlVM1FpVXlNbkJ2YzJsMGFXOXVKVEl5SlROQkpUZENKVEl5ZUNVeU1pVXpRVEV3SlRKREpUSXllU1V5TWlVelFUQWxNa01sTWpKM0pUSXlKVE5CSlRJeWR5MHlNQ1V5TWlVeVF5VXlNbWdsTWpJbE0wRWxNakpvSlRJeUpUZEVKVEpESlRJeWRHVjRkQ1V5TWlVelFTVXlNaVZGT0NVNVF5VTRNaVZGT1NWQ09DVkJNeVZGTlNVNU9TVkJPQ1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TNSQ1V5UXlVeU1rSnRkRWxZZUdSb2JrSTVNems0T0RVbE1qSWxNMEVsTjBJbE1qSnBaQ1V5TWlVelFTVXlNa0p0ZEVsWWVHUm9ia0k1TXprNE9EVWxNaklsTWtNbE1qSnVZVzFsSlRJeUpUTkJKVEl5Y21WamRHRnVaMnhsSlRJeUpUSkRKVEl5ZEdsMGJHVWxNaklsTTBFbE1qSWxSVGNsT1VZbFFUa2xSVFVsUWtRbFFUS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VYyWkNUa3AyVldkdlZUa3lOamt5TVNVeU1pVTNSQ1V5UXlVM1FpVXlNbTVoYldVbE1qSWxNMEVsTWpJbFJUVWxPVEFsT0VRbFJUY2xRVGNsUWpBbE1qSWxNa01sTWpKMGVYQmxKVEl5SlROQkpUSXljM1J5YVc1bkpUSXlKVEpESlRJeWRtRnNkV1VsTWpJbE0wRWxNaklsTWpJbE1rTWxNakpqWVhSbFoyOXllU1V5TWlVelFTVXlNbVJsWm1GMWJIUWxNaklsTWtNbE1qSnBaQ1V5TWlVelFTVXlNa1ZYVUVwSWVIbHJXV3d5T1RVMU1URW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RVRYcElSR1pUVjFOS016SXpNVEE0SlRJeUpUZEVKVEpESlRkQ0pUSXlibUZ0WlNVeU1pVXpRU1V5TWlWRk9DVkNSaVU1UlNWRk5pVTRSU1ZCTlNVeU1pVXlReVV5TW5SNWNHVWxNaklsTTBFbE1qSnNhVzVySlRJeUpUSkRKVEl5ZG1Gc2RXVWxNaklsTTBFbE1qSWxNaklsTWtNbE1qSmpZWFJsWjI5eWVTVXlNaVV6UVNVeU1tUmxabUYxYkhRbE1qSWxNa01sTWpKcFpDVXlNaVV6UVNVeU1rRndiSEpPU0VKTmJVdzJPRGt4T0RJbE1qSWxOMFFsTWtNbE4wSWxNakp1WVcxbEpUSXlKVE5CSlRJeUpVVTBKVUpGSlVKR0pVVTNKVUZESlVKQkpUSXlKVEpESlRJeWRIbHdaU1V5TWlVelFTVXlNbk4wY21sdVp5VXlNaVV5UXlVeU1uWmhiSFZsSlRJeUpUTkJKVEl5SlRJeUpUSkRKVEl5WTJGMFpXZHZjbmtsTWpJbE0wRWxNakprWldaaGRXeDBKVEl5SlRKREpUSXlhV1FsTWpJbE0wRWxNakphUVZaU2FFaG1URTVOTnpBMk5qSXpKVEl5SlRkRUpUVkVKVEpESlRJeWNISnZjSE1sTWpJbE0wRWxOMElsTWpKNEpUSXlKVE5CTlRNMUxqWXdNREF3TmpFd016VXhOVFlsTWtNbE1qSjVKVEl5SlROQk1qUTBMalU1T1RrNU9EUTNOREV5TVRFbE1rTWxNakozSlRJeUpUTkJPVFlsTWtNbE1qSm9KVEl5SlROQk5UUWxNa01sTWpKNmFXNWtaWGdsTWpJbE0wRXhNeVV5UXlVeU1tRnVaMnhsSlRJeUpUTkJNQ1UzUkNVeVF5VXlNbk5vWVhCbFUzUjViR1VsTWpJbE0wRWxOMElsTWpKaGJIQm9ZU1V5TWlVelFURWxOMFFsTWtNbE1qSnNhVzVsVTNSNWJHVWxNaklsTTBFbE4wSWxNakpzYVc1bFYybGtkR2dsTWpJbE0wRXhMalVsTjBRbE1rTWxNakptYVd4c1UzUjViR1VsTWpJbE0wRWxOME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TNSQ1V5UXlVeU1uUmxlSFJDYkc5amF5VXlNaVV6UVNVMVFpVTNRaVV5TW5CdmMybDBhVzl1SlRJeUpUTkJKVGRDSlRJeWVDVXlNaVV6UVRFd0pUSkRKVEl5ZVNVeU1pVXpRVEFsTWtNbE1qSjNKVEl5SlROQkpUSXlkeTB5TUNVeU1pVXlReVV5TW1nbE1qSWxNMEVsTWpKb0pUSXlKVGRFSlRKREpUSXlkR1Y0ZENVeU1pVXpRU1V5TWlWRk9DVTVReVU0TWlWRk9TVkNPQ1ZCTXlWRk5TVTVPU1ZCT0N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bmhhVFZONlNtMXhWbWswT0RnME1EY2xNaklsTTBFbE4wSWxNakpwWkNVeU1pVXpRU1V5TW5oYVRWTjZTbTF4Vm1rME9EZzBNRGNsTWpJbE1rTWxNakp1WVcxbEpUSXlKVE5CSlRJeWJHbHVhMlZ5SlRJeUpUSkRKVEl5ZEdWNGRDVXlNaVV6UVNVeU1pVXlNaVV5UXlVeU1tZHliM1Z3SlRJeUpUTkJKVEl5SlRJeUpUSkRKVEl5YkdsdWEyVnlWSGx3WlNVeU1pVXpRU1V5TW1KeWIydGxiaVV5TWlVeVF5VXlNbkJ2YVc1MGN5VXlNaVV6UVNVMVFpVTNRaVV5TW5nbE1qSWxNMEV4T0RVdU5qQXdNREEyTVRBek5URTFOaklsTWtNbE1qSjVKVEl5SlROQk1qSXpMakE1T1RrNU9EUTNOREV5TVRFbE4wUWxNa01sTjBJbE1qSjRKVEl5SlROQk1UZzFMall3TURBd05qRXdNelV4TlRZeUpUSkRKVEl5ZVNVeU1pVXpRVEl5TXk0d09UazVPVGcwTnpReE1qRXhKVGRFSlRWRUpUSkRKVEl5Ykc5amEyVmtKVEl5SlROQlptRnNjMlVsTWtNbE1qSmtZWFJoUVhSMGNtbGlkWFJsY3lVeU1pVXpRU1UxUWlVMVJDVXlReVV5TW5CeWIzQnpKVEl5SlROQkpUZENKVEl5ZW1sdVpHVjRKVEl5SlROQk1UUWxOMFFsTWtNbE1qSnNhVzVsVTNSNWJHVWxNaklsTTBFbE4wSWxNakpzYVc1bFYybGtkR2dsTWpJbE0wRXhMalVsTjBRbE1rTWxNakptY205dEpUSXlKVE5CSlRkQ0pUSXllQ1V5TWlVelFURTROUzQyTURBd01EWXhNRE0xTVRVMk1pVXlReVV5TW5rbE1qSWxNMEV5TURFdU5UazVPVGs0TkRjME1USXhNU1V5UXlVeU1tRnVaMnhsSlRJeUpUTkJOQzQzTVRJek9EZzVPREF6T0RRMk9TVXlReVV5TW1sa0pUSXlKVE5CSlRJeVVVbDNSM04xYVdKelREVXhOVEkyTkNVeU1pVTNSQ1V5UXlVeU1uUnZKVEl5SlROQkpUZENKVEl5YVdRbE1qSWxNMEVsTWpKRFRITnNjbUZrUkV0cU16QXlOVEF4SlRJeUpUSkRKVEl5ZUNVeU1pVXpRVEU0TlM0Mk1EQXdNRFl4TURNMU1UVTJNaVV5UXlVeU1ua2xNaklsTTBFeU5EUXVOVGs1T1RrNE5EYzBNVEl4TVNVeVF5VXlNbUZ1WjJ4bEpUSXlKVE5CTVM0MU56QTNPVFl6TWpZM09UUTRPVGNsTjBRbE1rTWxNakowWlhoMFFteHZZMnNsTWpJbE0wRWxOVUlsTlVRbE4wUWxNa01sTWpKTFpXZDJUR1ZSUWtkYU5qQXlPVE14SlRJeUpUTkJKVGRDSlRJeWFXUWxNaklsTTBFbE1qSkxaV2QyVEdWUlFrZGFOakF5T1RNeEpUSXlKVEpESlRJeWJtRnRaU1V5TWlVelFTVXlNbXhwYm10bGNpVXlNaVV5UXlVeU1uUmxlSFFsTWpJbE0wRWxNaklsTWpJbE1rTWxNakpuY205MWNDVXlNaVV6UVNVeU1pVXlNaVV5UXlVeU1teHBibXRsY2xSNWNHVWxNaklsTTBFbE1qSmljbTlyWlc0bE1qSWxNa01sTWpKd2IybHVkSE1sTWpJbE0wRWxOVUlsTjBJbE1qSjRKVEl5SlROQk5UZ3pMall3TURBd05qRXdNelV4TlRZbE1rTWxNako1SlRJeUpUTkJNakl6TGpBNU9UazVPRFEzTkRFeU1URWxOMFFsTWtNbE4wSWxNako0SlRJeUpUTkJOVGd6TGpZd01EQXdOakV3TXpVeE5UWWxNa01sTWpKNUpUSXlKVE5CTWpJekxqQTVPVGs1T0RRM05ERXlNVEVsTjBRbE5VUWxNa01sTWpKc2IyTnJaV1FsTWpJbE0wRm1ZV3h6WlNVeVF5VXlNbVJoZEdGQmRIUnlhV0oxZEdWekpUSXlKVE5CSlRWQ0pUVkVKVEpESlRJeWNISnZjSE1sTWpJbE0wRWxOMElsTWpKNmFXNWtaWGdsTWpJbE0wRXhOU1UzUkNVeVF5VXlNbXhwYm1WVGRIbHNaU1V5TWlVelFTVTNRaVV5TW14cGJtVlhhV1IwYUNVeU1pVXpRVEV1TlNVM1JDVXlReVV5TW1aeWIyMGxNaklsTTBFbE4wSWxNako0SlRJeUpUTkJOVGd6TGpZd01EQXdOakV3TXpVeE5UWWxNa01sTWpKNUpUSXlKVE5CTWpBeExqVTVPVGs1T0RRM05ERXlNVEVsTWtNbE1qSmhibWRzWlNVeU1pVXpRVFF1TnpFeU16ZzRPVGd3TXpnME5qa2xNa01sTWpKcFpDVXlNaVV6UVNVeU1uWmhiRVpwUm10VlJrazFOREV4TXpjbE1qSWxOMFFsTWtNbE1qSjBieVV5TWlVelFTVTNRaVV5TW1sa0pUSXlKVE5CSlRJeVFtMTBTVmg0WkdodVFqa3pPVGc0TlNVeU1pVXlReVV5TW5nbE1qSWxNMEUxT0RNdU5qQXdNREEyTVRBek5URTFOaVV5UXlVeU1ua2xNaklsTTBFeU5EUXVOVGs1T1RrNE5EYzBNVEl4TVNVeVF5VXlNbUZ1WjJ4bEpUSXlKVE5CTVM0MU56QTNPVFl6TWpZM09UUTRPVGNsTjBRbE1rTWxNakowWlhoMFFteHZZMnNsTWpJbE0wRWxOVUlsTlVRbE4wUWxOMFFsTWtNbE1qSmpiMjF0Wlc1MGN5VXlNaVV6UVNVMVFpVTFSQ1V5UXlVeU1uQnNkV2RwYm5NbE1qSWxNMEVsTjBJbE4wUWxNa01sTWpKaGFVTnZiblJoYVc1bGNuTWxNaklsTTBFbE4wSWxOMFFsTWtNbE1qSnBibk5sY25SUVlXZGxUM0IwY3lVeU1pVXpRU1UzUWlVM1JDVXlReVV5TW5CdmMzUlFZWGx0Wlc1MEpUSXlKVE5CSlRkQ0pUZEVKVEpESlRJeWRHaGxiV1VsTWpJbE0wRWxOMElsTWpKd1lXZGxKVEl5SlROQkpUZENKVEl5WW1GamEyZHliM1Z1WkVOdmJHOXlKVEl5SlROQkpUSXlkSEpoYm5Od1lYSmxiblFsTWpJbE4wUWxOMFFsTjBRPSIsCgkiRmlsZUlkIiA6ICJhMWUxODJjOS03NjIxLTRhNDctYmZmZC0xYzBlOGEzZWJlMDgiCn0K"/>
    </extobj>
    <extobj name="E657119C-6982-421D-8BA7-E74DEB70A7D9-2">
      <extobjdata type="E657119C-6982-421D-8BA7-E74DEB70A7D9" data="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eE9UWWxNa01sTWpKemFHOTNSM0pwWkNVeU1pVXpRWFJ5ZFdVbE1rTWxNakp5YVdOb1ZHVjRkQ1V5TWlVelFYUnlkV1VsTWtNbE1qSm9aV2xuYUhRbE1qSWxNMEV4TURBd0pUZEVKVEpESlRJeVpXeGxiV1Z1ZEhNbE1qSWxNMEVsTjBJbE1qSnFUV05ZYVhCMGEycHZOekUyTVRBMkpUSXlKVE5CSlRkQ0pUSXlhV1FsTWpJbE0wRWxNakpxVFdOWWFYQjBhMnB2TnpFMk1UQTJ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sbFVVR1pHWkhSSmNGYzNOamd4TXpZbE1qSWxOMFFsTWtNbE4wSWxNakp1WVcxbEpUSXlKVE5CSlRJeUpVVTFKVGt3SlRoRUpVVTNKVUUzSlVJd0pUSXlKVEpESlRJeWRIbHdaU1V5TWlVelFTVXlNbk4wY21sdVp5VXlNaVV5UXlVeU1uWmhiSFZsSlRJeUpUTkJKVEl5SlRJeUpUSkRKVEl5WTJGMFpXZHZjbmtsTWpJbE0wRWxNakprWldaaGRXeDBKVEl5SlRKREpUSXlhV1FsTWpJbE0wRWxNakpvYlVwV1ZHcGFTRXB6TlRBNU5EQXh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WJIQkJZVXRrUW10SFdqSTRNVFUyTmlVeU1pVTNSQ1V5UXlVM1FpVXlNbTVoYldVbE1qSWxNMEVsTWpJbFJUZ2xRa1lsT1VVbFJUWWxPRVVsUVRVbE1qSWxNa01sTWpKMGVYQmxKVEl5SlROQkpUSXliR2x1YXlVeU1pVXlReVV5TW5aaGJIVmxKVEl5SlROQkpUSXlKVEl5SlRKREpUSXlZMkYwWldkdmNua2xNaklsTTBFbE1qSmtaV1poZFd4MEpUSXlKVEpESlRJeWFXUWxNaklsTTBFbE1qSnFXRkZ3ZEdONmRFbHFOVEE1TlRjd0pUSXlKVGRFSlRKREpUZENKVEl5Ym1GdFpTVXlNaVV6UVNVeU1pVkZOQ1ZDUlNWQ1JpVkZOeVZCUXlWQ1FTVXlNaVV5UXlVeU1uUjVjR1VsTWpJbE0wRWxNakp6ZEhKcGJtY2xNaklsTWtNbE1qSjJZV3gxWlNVeU1pVXpRU1V5TWlVeU1pVXlReVV5TW1OaGRHVm5iM0o1SlRJeUpUTkJKVEl5WkdWbVlYVnNkQ1V5TWlVeVF5VXlNbWxrSlRJeUpUTkJKVEl5WlVoWVNWWnVkM0JJYlRRME9UQTVOQ1V5TWlVM1JDVTFSQ1V5UXlVeU1uQnliM0J6SlRJeUpUTkJKVGRDSlRJeWVDVXlNaVV6UVRReE1DNDJNREF3TURZeE1ETTFNVFUySlRKREpUSXllU1V5TWlVelFUSXdOaTR3T1RrNU9UZzBOelF4TWpFeEpUSkRKVEl5ZHlVeU1pVXpRVGsySlRKREpUSXlhQ1V5TWlVelFUVTBKVEpESlRJeWVtbHVaR1Y0SlRJeUpUTkJNU1V5UXlVeU1tRnVaMnhsSlRJeUpUTkJNQ1UzUkNVeVF5VXlNbk5vWVhCbFUzUjViR1VsTWpJbE0wRWxOMElsTWpKaGJIQm9ZU1V5TWlVelFURWxOMFFsTWtNbE1qSnNhVzVsVTNSNWJHVWxNaklsTTBFbE4wSWxNakpzYVc1bFYybGtkR2dsTWpJbE0wRXhMalVsTjBRbE1rTWxNakptYVd4c1UzUjViR1VsTWpJbE0wRWxOME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TNSQ1V5UXlVeU1uUmxlSFJDYkc5amF5VXlNaVV6UVNVMVFpVTNRaVV5TW5CdmMybDBhVzl1SlRJeUpUTkJKVGRDSlRJeWVDVXlNaVV6UVRFd0pUSkRKVEl5ZVNVeU1pVXpRVEFsTWtNbE1qSjNKVEl5SlROQkpUSXlkeTB5TUNVeU1pVXlReVV5TW1nbE1qSWxNMEVsTWpKb0pUSXlKVGRFSlRKREpUSXlkR1Y0ZENVeU1pVXpRU1V5TWlWRk5pVkJNU1ZCTXlWRk5pVTRRU1U0UVN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blZNZFd4bmFuaFNWVTAxTWpreU5URWxNaklsTTBFbE4wSWxNakpwWkNVeU1pVXpRU1V5TW5WTWRXeG5hbmhTVlUwMU1qa3lOVEVsTWpJbE1rTWxNakp1WVcxbEpUSXlKVE5CSlRJeWNtVmpkR0Z1WjJ4bEpUSXlKVEpESlRJeWRHbDBiR1VsTWpJbE0wRWxNak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XR0ZQWjFwRGJWcERaVEU1TlRnd05TVXlNaVUzUkNVeVF5VTNRaVV5TW01aGJXVWxNaklsTTBFbE1qSWxSVFVsT1RBbE9FUWxSVGNsUVRjbFFqQWxNaklsTWtNbE1qSjBlWEJsSlRJeUpUTkJKVEl5YzNSeWFXNW5KVEl5SlRKREpUSXlkbUZzZFdVbE1qSWxNMEVsTWpJbE1qSWxNa01sTWpKallYUmxaMjl5ZVNVeU1pVXpRU1V5TW1SbFptRjFiSFFsTWpJbE1rTWxNakpwWkNVeU1pVXpRU1V5TWxKVFRVaFZkVVpLYUU0ME1qSTJOakF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nZjMmhoU0hsYVJXNUZNVGt6TkRVd0pUSXlKVGRFSlRKREpUZENKVEl5Ym1GdFpTVXlNaVV6UVNVeU1pVkZPQ1ZDUmlVNVJTVkZOaVU0UlNWQk5TVXlNaVV5UXlVeU1uUjVjR1VsTWpJbE0wRWxNakpzYVc1ckpUSXlKVEpESlRJeWRtRnNkV1VsTWpJbE0wRWxNaklsTWpJbE1rTWxNakpqWVhSbFoyOXllU1V5TWlVelFTVXlNbVJsWm1GMWJIUWxNaklsTWtNbE1qSnBaQ1V5TWlVelFTVXlNa3REYUVsaldHRlNZM1F4TWpFeU9UWWxNaklsTjBRbE1rTWxOMElsTWpKdVlXMWxKVEl5SlROQkpUSXlKVVUwSlVKRkpVSkdKVVUzSlVGREpVSkJKVEl5SlRKREpUSXlkSGx3WlNVeU1pVXpRU1V5TW5OMGNtbHVaeVV5TWlVeVF5VXlNblpoYkhWbEpUSXlKVE5CSlRJeUpUSXlKVEpESlRJeVkyRjBaV2R2Y25rbE1qSWxNMEVsTWpKa1pXWmhkV3gwSlRJeUpUSkRKVEl5YVdRbE1qSWxNMEVsTWpKa2VXdDNjMnRyVVhkVU5UUTBOelF6SlRJeUpUZEVKVFZFSlRKREpUSXljSEp2Y0hNbE1qSWxNMEVsTjBJbE1qSjRKVEl5SlROQk1qTXhMall3TURBd05qRXdNelV4TlRZeUpUSkRKVEl5ZVNVeU1pVXpRVE13T1M0d09UazVPVGcwTnpReE1qRXhKVEpESlRJeWR5VXlNaVV6UVRrMkpUSkRKVEl5YUNVeU1pVXpRVFUwSlRKREpUSXllbWx1WkdWNEpUSXlKVE5CTWlVeVF5VXlNbUZ1WjJ4bEpUSXlKVE5CTUNVM1JDVXlReVV5TW5Ob1lYQmxVM1I1YkdVbE1qSWxNMEVsTjBJbE1qSmhiSEJvWVNVeU1pVXpRVEVsTjBRbE1rTWxNakpzYVc1bFUzUjViR1VsTWpJbE0wRWxOMElsTWpKc2FXNWxWMmxrZEdnbE1qSWxNMEV4TGpVbE4wUWxNa01sTWpKbWFXeHNVM1I1YkdVbE1qSWxNMEVsTjBJbE4wUWxNa01sTWpKMGFHVnRaU1V5TWlVelFTVTNRaVUzUkNVeVF5VXlNbkJoZEdnbE1qSWxNMEVsTlVJbE4wS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UzUkNVeVF5VXlNblJsZUhSQ2JHOWpheVV5TWlVelFTVTFRaVUzUWlVeU1uQnZjMmwwYVc5dUpUSXlKVE5CSlRkQ0pUSXllQ1V5TWlVelFURXdKVEpESlRJeWVTVXlNaVV6UVRBbE1rTWxNakozSlRJeUpUTkJKVEl5ZHkweU1DVXlNaVV5UXlVeU1tZ2xNaklsTTBFbE1qSm9KVEl5SlRkRUpUSkRKVEl5ZEdWNGRDVXlNaVV6UVNVeU1pVkZOU1U1TUNVNFJTVkZPU1U0TUNVNE1D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M1JDVXlReVV5TWs1S1ZWSjZkWEZDZVhnek5UTTROallsTWpJbE0wRWxOMElsTWpKcFpDVXlNaVV6UVNVeU1rNUtWVko2ZFhGQ2VYZ3pOVE00TmpZbE1qSWxNa01sTWpKdVlXMWxKVEl5SlROQkpUSXljbVZqZEdGdVoyeGxKVEl5SlRKREpUSXlkR2wwYkdVbE1qSWxNMEVsTWpJbFJUY2xPVVlsUVRrbFJUVWxRa1FsUVRJbE1qSWxNa01sTWpKallYUmxaMjl5ZVNVeU1pVXpRU1V5TW1KaGMybGpKVEl5SlRKREpUSXlaM0p2ZFhBbE1qSWxNMEVsTWpJbE1qSWxNa01sTWpKbmNtOTFjRTVoYldVbE1qSWxNMEZ1ZFd4c0pUSkRKVEl5Ykc5amEyVmtKVEl5SlROQlptRnNjMlVsTWtNbE1qSnNhVzVySlRJeUpUTkJKVEl5SlRJeUpUSkRKVEl5WTJocGJHUnlaVzRsTWpJbE0wRWxOVUlsTlVRbE1rTWxNakp3WVhKbGJuUWxNaklsTTBFbE1qSWxNaklsTWtNbE1qSnlaWE5wZW1WRWFYSWxNaklsTTBFbE5VSWxNakowYkNVeU1pVXlReVV5TW5SeUpUSXlKVEpESlRJeVluSWxNaklsTWtNbE1qSmliQ1V5TWlVeVF5VXlNbXdsTWpJbE1rTWxNakowSlRJeUpUSkRKVEl5Y2lVeU1pVXlReVV5TW1JbE1qSWxOVVFsTWtNbE1qSmhkSFJ5YVdKMWRHVWxNaklsTTBFbE4wSWxNakpqYjI1MFlXbHVaWElsTWpJbE0wRm1ZV3h6WlNVeVF5VXlNblpwYzJsaWJHVWxNaklsTTBGMGNuVmxKVEpESlRJeWNtOTBZWFJoWW14bEpUSXlKVE5CZEhKMVpTVXlReVV5TW14cGJtdGhZbXhsSlRJeUpUTkJkSEoxWlNVeVF5VXlNbU52Ykd4aGNITmhZbXhsSlRJeUpUTkJabUZzYzJVbE1rTWxNakpqYjJ4c1lYQnpaV1FsTWpJbE0wRm1ZV3h6WlNVeVF5VXlNbVpwZUdWa1RHbHVheVV5TWlVelFXWmhiSE5sSlRKREpUSXliV0Z5YTJWeVQyWm1jMlYwSlRJeUpUTkJOU1UzUkNVeVF5VXlNbVJoZEdGQmRIUnlhV0oxZEdWekpUSXlKVE5CSlRWQ0pUZENKVEl5Ym1GdFpTVXlNaVV6UVNVeU1pVkZOU1ZDUVNVNFJpVkZOU1U0UmlWQ055VXlNaVV5UXlVeU1uUjVjR1VsTWpJbE0wRWxNakp1ZFcxaVpYSWxNaklsTWtNbE1qSjJZV3gxWlNVeU1pVXpRU1V5TWlVeU1pVXlReVV5TW1OaGRHVm5iM0o1SlRJeUpUTkJKVEl5WkdWbVlYVnNkQ1V5TWlVeVF5VXlNbWxrSlRJeUpUTkJKVEl5VUdaYWVWTlhlV0ZHY1RjNU5EYzNNU1V5TWlVM1JDVXlReVUzUWlVeU1tNWhiV1VsTWpJbE0wRWxNaklsUlRVbE9UQWxPRVFsUlRjbFFUY2xRakFsTWpJbE1rTWxNakowZVhCbEpUSXlKVE5CSlRJeWMzUnlhVzVuSlRJeUpUSkRKVEl5ZG1Gc2RXVWxNaklsTTBFbE1qSWxNaklsTWtNbE1qSmpZWFJsWjI5eWVTVXlNaVV6UVNVeU1tUmxabUYxYkhRbE1qSWxNa01sTWpKcFpDVXlNaVV6UVNVeU1uVk5ia1ZKV0hkNGRuWTFPREl4TmpJbE1qSWxOMFFsTWtNbE4wSWxNakp1WVcxbEpUSXlKVE5CSlRJeUpVVTJKVGc1SlRnd0pVVTJKVGxESlRnNUpVVTRKVGd3SlRnMUpUSXlKVEpESlRJeWRIbHdaU1V5TWlVelFTVXlNbk4wY21sdVp5VXlNaVV5UXlVeU1uWmhiSFZsSlRJeUpUTkJKVEl5SlRJeUpUSkRKVEl5WTJGMFpXZHZjbmtsTWpJbE0wRWxNakprWldaaGRXeDBKVEl5SlRKREpUSXlhV1FsTWpJbE0wRWxNakprZDJkTWRVeHJiR1ZFTmpBeE56azJKVEl5SlRkRUpUSkRKVGRDSlRJeWJtRnRaU1V5TWlVelFTVXlNaVZGT0NWQ1JpVTVSU1ZGTmlVNFJTVkJOU1V5TWlVeVF5VXlNblI1Y0dVbE1qSWxNMEVsTWpKc2FXNXJKVEl5SlRKREpUSXlkbUZzZFdVbE1qSWxNMEVsTWpJbE1qSWxNa01sTWpKallYUmxaMjl5ZVNVeU1pVXpRU1V5TW1SbFptRjFiSFFsTWpJbE1rTWxNakpwWkNVeU1pVXpRU1V5TW05MVRVRlFZblZEUlVnMk1UTXhPVFFsTWpJbE4wUWxNa01sTjBJbE1qSnVZVzFsSlRJeUpUTkJKVEl5SlVVMEpVSkZKVUpHSlVVM0pVRkRKVUpCSlRJeUpUSkRKVEl5ZEhsd1pTVXlNaVV6UVNVeU1uTjBjbWx1WnlVeU1pVXlReVV5TW5aaGJIVmxKVEl5SlROQkpUSXlKVEl5SlRKREpUSXlZMkYwWldkdmNua2xNaklsTTBFbE1qSmtaV1poZFd4MEpUSXlKVEpESlRJeWFXUWxNaklsTTBFbE1qSnJXRVpRYzNGcmIyaEdPRFEwTmpBeUpUSXlKVGRFSlRWRUpUSkRKVEl5Y0hKdmNITWxNaklsTTBFbE4wSWxNako0SlRJeUpUTkJOREV3TGpZd01EQXdOakV3TXpVeE5UWWxNa01sTWpKNUpUSXlKVE5CTXpBNUxqQTVPVGs1T0RRM05ERXlNVEVsTWtNbE1qSjNKVEl5SlROQk9UWWxNa01sTWpKb0pUSXlKVE5CTlRRbE1rTWxNako2YVc1a1pYZ2xNaklsTTBFekpUSkRKVEl5WVc1bmJHVWxNaklsTTBFd0pUZEVKVEpESlRJeWMyaGhjR1ZUZEhsc1pTVXlNaVV6UVNVM1FpVXlNbUZzY0doaEpUSXlKVE5CTVNVM1JDVXlReVV5TW14cGJtVlRkSGxzWlNVeU1pVXpRU1UzUWlVeU1teHBibVZYYVdSMGFDVXlNaVV6UVRFdU5TVTNSQ1V5UXlVeU1tWnBiR3hUZEhsc1pTVXlNaVV6UVNVM1FpVTNSQ1V5UXlVeU1uUm9aVzFsSlRJeUpUTkJKVGRDSlRkRUpUSkRKVEl5Y0dGMGFDVXlNaVV6UVNVMVFpVTNRaVV5TW1GamRHbHZibk1sTWpJbE0wRWxOVUlsTjBJbE1qSmhZM1JwYjI0bE1qSWxNMEVsTWpKdGIzWmxKVEl5SlRKREpUSXllQ1V5TWlVelFTVXlNakFsTWpJbE1rTWxNako1SlRJeUpUTkJKVEl5TUNVeU1pVTNSQ1V5UXlVM1FpVXlNbUZqZEdsdmJpVXlNaVV6UVNVeU1teHBibVVsTWpJbE1rTWxNako0SlRJeUpUTkJKVEl5ZHlVeU1pVXlReVV5TW5rbE1qSWxNMEVsTWpJd0pUSXlKVGRFSlRKREpUZENKVEl5WVdOMGFXOXVKVEl5SlROQkpUSXliR2x1WlNVeU1pVXlReVV5TW5nbE1qSWxNMEVsTWpKM0pUSXlKVEpESlRJeWVTVXlNaVV6UVNVeU1tZ2xNaklsTjBRbE1rTWxOMElsTWpKaFkzUnBiMjRsTWpJbE0wRWxNakpzYVc1bEpUSXlKVEpESlRJeWVDVXlNaVV6UVNVeU1qQWxNaklsTWtNbE1qSjVKVEl5SlROQkpUSXlhQ1V5TWlVM1JDVXlReVUzUWlVeU1tRmpkR2x2YmlVeU1pVXpRU1V5TW1Oc2IzTmxKVEl5SlRkRUpUVkVKVGRFSlRWRUpUSkRKVEl5Wm05dWRGTjBlV3hsSlRJeUpUTkJKVGRDSlRkRUpUSkRKVEl5ZEdWNGRFSnNiMk5ySlRJeUpUTkJKVFZDSlRkQ0pUSXljRzl6YVhScGIyNGxNaklsTTBFbE4wSWxNako0SlRJeUpUTkJNVEFsTWtNbE1qSjVKVEl5SlROQk1DVXlReVV5TW5jbE1qSWxNMEVsTWpKM0xUSXdKVEl5SlRKREpUSXlhQ1V5TWlVelFTVXlNbWdsTWpJbE4wUWxNa01sTWpKMFpYaDBKVEl5SlROQkpUSXlKVVUySlRoREpUZ3lKVVUySlRoREpVRXh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VZVSjVaM1pJWlZKdVREYzBOalkxTXlVeU1pVXpRU1UzUWlVeU1tbGtKVEl5SlROQkpUSXlWVUo1WjNaSVpWSnVURGMwTmpZMU15VXlNaVV5UXlVeU1tNWhiV1VsTWpJbE0wRWxNakp5WldOMFlXNW5iR1VsTWpJbE1rTWxNakowYVhSc1pTVXlNaVV6UVNVeU1pVkZOeVU1UmlWQk9TVkZOU1ZDUkNWQk1pVXlNaVV5UXlVeU1tTmhkR1ZuYjNKNUpUSXlKVE5CSlRJeVltRnphV01sTWpJbE1rTWxNakpuY205MWNDVXlNaVV6UVNVeU1pVXlNaVV5UXlVeU1tZHliM1Z3VG1GdFpTVXlNaVV6UVc1MWJHd2xNa01sTWpKc2IyTnJaV1FsTWpJbE0wRm1ZV3h6WlNVeVF5VXlNbXhwYm1zbE1qSWxNMEVsTWpJbE1qSWxNa01sTWpKamFHbHNaSEpsYmlVeU1pVXpRU1UxUWlVMVJDVXlReVV5TW5CaGNtVnVkQ1V5TWlVelFTVXlNaVV5TWlVeVF5VXlNbkpsYzJsNlpVUnBjaVV5TWlVelFTVTFRaVV5TW5Sc0pUSXlKVEpESlRJeWRISWxNaklsTWtNbE1qSmljaVV5TWlVeVF5VXlNbUpzSlRJeUpUSkRKVEl5YkNVeU1pVXlReVV5TW5RbE1qSWxNa01sTWpKeUpUSXlKVEpESlRJeVlpVXlNaVUxUkNVeVF5VXlNbUYwZEhKcFluVjBaU1V5TWlVelFTVTNRaVV5TW1OdmJuUmhhVzVsY2lVeU1pVXpRV1poYkhObEpUSkRKVEl5ZG1semFXSnNaU1V5TWlVelFYUnlkV1VsTWtNbE1qSnliM1JoZEdGaWJHVWxNaklsTTBGMGNuVmxKVEpESlRJeWJHbHVhMkZpYkdVbE1qSWxNMEYwY25WbEpUSkRKVEl5WTI5c2JHRndjMkZpYkdVbE1qSWxNMEZtWVd4elpTVXlReVV5TW1OdmJHeGhjSE5sWkNVeU1pVXpRV1poYkhObEpUSkRKVEl5Wm1sNFpXUk1hVzVySlRJeUpUTkJabUZzYzJVbE1rTWxNakp0WVhKclpYSlBabVp6WlhRbE1qSWxNMEUxSlRkRUpUSkRKVEl5WkdGMFlVRjBkSEpwWW5WMFpYTWxNaklsTTBFbE5VSWxOMElsTWpKdVlXMWxKVEl5SlROQkpUSXlKVVUxSlVKQkpUaEdKVVUxSlRoR0pVSTNKVEl5SlRKREpUSXlkSGx3WlNVeU1pVXpRU1V5TW01MWJXSmxjaVV5TWlVeVF5VXlNblpoYkhWbEpUSXlKVE5CSlRJeUpUSXlKVEpESlRJeVkyRjBaV2R2Y25rbE1qSWxNMEVsTWpKa1pXWmhkV3gwSlRJeUpUSkRKVEl5YVdRbE1qSWxNMEVsTWpKVVZVMWxXa0p1ZUVkNk56RXhOelV3SlRJeUpUZEVKVEpESlRkQ0pUSXlibUZ0WlNVeU1pVXpRU1V5TWlWRk5TVTVNQ1U0UkNWRk55VkJOeVZDTUNVeU1pVXlReVV5TW5SNWNHVWxNaklsTTBFbE1qSnpkSEpwYm1jbE1qSWxNa01sTWpKMllXeDFaU1V5TWlVelFTVXlNaVV5TWlVeVF5VXlNbU5oZEdWbmIzSjVKVEl5SlROQkpUSXlaR1ZtWVhWc2RDVXlNaVV5UXlVeU1tbGtKVEl5SlROQkpUSXlWV05XZG5kU1JrVkVkalV4TlRJNU9TVXlNaVUzUkNVeVF5VTNRaVV5TW01aGJXVWxNaklsTTBFbE1qSWxSVFlsT0RrbE9EQWxSVFlsT1VNbE9Ea2xSVGdsT0RBbE9EVWxNaklsTWtNbE1qSjBlWEJsSlRJeUpUTkJKVEl5YzNSeWFXNW5KVEl5SlRKREpUSXlkbUZzZFdVbE1qSWxNMEVsTWpJbE1qSWxNa01sTWpKallYUmxaMjl5ZVNVeU1pVXpRU1V5TW1SbFptRjFiSFFsTWpJbE1rTWxNakpwWkNVeU1pVXpRU1V5TW1aWmJrMW1VVTFvV21FeU9UVXlOekFsTWpJbE4wUWxNa01sTjBJbE1qSnVZVzFsSlRJeUpUTkJKVEl5SlVVNEpVSkdKVGxGSlVVMkpUaEZKVUUxSlRJeUpUSkRKVEl5ZEhsd1pTVXlNaVV6UVNVeU1teHBibXNsTWpJbE1rTWxNakoyWVd4MVpTVXlNaVV6UVNVeU1pVXlNaVV5UXlVeU1tTmhkR1ZuYjNKNUpUSXlKVE5CSlRJeVpHVm1ZWFZzZENVeU1pVXlReVV5TW1sa0pUSXlKVE5CSlRJeVltWnljWEJqYzNsWWJ6RXlNelV5TUNVeU1pVTNSQ1V5UXlVM1FpVXlNbTVoYldVbE1qSWxNMEVsTWpJbFJUUWxRa1VsUWtZbFJUY2xRVU1sUWtFbE1qSWxNa01sTWpKMGVYQmxKVEl5SlROQkpUSXljM1J5YVc1bkpUSXlKVEpESlRJeWRtRnNkV1VsTWpJbE0wRWxNaklsTWpJbE1rTWxNakpqWVhSbFoyOXllU1V5TWlVelFTVXlNbVJsWm1GMWJIUWxNaklsTWtNbE1qSnBaQ1V5TWlVelFTVXlNa3R1UkhsM1prMTBiWE13T1RNME16a2xNaklsTjBRbE5VUWxNa01sTWpKd2NtOXdjeVV5TWlVelFTVTNRaVV5TW5nbE1qSWxNMEUxT0RrdU5qQXdNREEyTVRBek5URTFOaVV5UXlVeU1ua2xNaklsTTBFek1Ea3VNRGs1T1RrNE5EYzBNVEl4TVNVeVF5VXlNbmNsTWpJbE0wRTVOaVV5UXlVeU1tZ2xNaklsTTBFMU5DVXlReVV5TW5wcGJtUmxlQ1V5TWlVelFUUWxNa01sTWpKaGJtZHNaU1V5TWlVelFUQWxOMFFsTWtNbE1qSnphR0Z3WlZOMGVXeGxKVEl5SlROQkpUZENKVEl5WVd4d2FHRWxNaklsTTBFeEpUZEVKVEpESlRJeWJHbHVaVk4wZVd4bEpUSXlKVE5CSlRkQ0pUSXliR2x1WlZkcFpIUm9KVEl5SlROQk1TNDFKVGRFSlRKREpUSXlabWxzYkZOMGVXeGxKVEl5SlROQkpUZENKVGRFSlRKREpUSXlkR2hsYldVbE1qSWxNMEVsTjBJbE4wUWxNa01sTWpKd1lYUm9KVEl5SlROQkpUVkNKVGRD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4wUWxNa01sTWpKMFpYaDBRbXh2WTJzbE1qSWxNMEVsTlVJbE4wSWxNakp3YjNOcGRHbHZiaVV5TWlVelFTVTNRaVV5TW5nbE1qSWxNMEV4TUNVeVF5VXlNbmtsTWpJbE0wRXdKVEpESlRJeWR5VXlNaVV6UVNVeU1uY3RNakFsTWpJbE1rTWxNakpvSlRJeUpUTkJKVEl5YUNVeU1pVTNSQ1V5UXlVeU1uUmxlSFFsTWpJbE0wRWxNaklsUlRVbE9Ea2xPRVFsUlRnbFFrWWxPVUl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khRMjlyV1U1c2FGZEpNemc0TlRnd0pUSXlKVE5CSlRkQ0pUSXlhV1FsTWpJbE0wRWxNakpIUTI5cldVNXNhRmRKTXpnNE5UZ3d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rTjZVVU5aZWxOeGVVNHhOREEwTVRRbE1qSWxOMFFsTWtNbE4wSWxNakp1WVcxbEpUSXlKVE5CSlRJeUpVVTFKVGt3SlRoRUpVVTNKVUUzSlVJd0pUSXlKVEpESlRJeWRIbHdaU1V5TWlVelFTVXlNbk4wY21sdVp5VXlNaVV5UXlVeU1uWmhiSFZsSlRJeUpUTkJKVEl5SlRJeUpUSkRKVEl5WTJGMFpXZHZjbmtsTWpJbE0wRWxNakprWldaaGRXeDBKVEl5SlRKREpUSXlhV1FsTWpJbE0wRWxNakpSVlhWaVVVeE5XV2hxTnpFMk1qVTJ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VVtRlJaME5NVDFadVlUZ3hNakU1TVNVeU1pVTNSQ1V5UXlVM1FpVXlNbTVoYldVbE1qSWxNMEVsTWpJbFJUZ2xRa1lsT1VVbFJUWWxPRVVsUVRVbE1qSWxNa01sTWpKMGVYQmxKVEl5SlROQkpUSXliR2x1YXlVeU1pVXlReVV5TW5aaGJIVmxKVEl5SlROQkpUSXlKVEl5SlRKREpUSXlZMkYwWldkdmNua2xNaklsTTBFbE1qSmtaV1poZFd4MEpUSXlKVEpESlRJeWFXUWxNaklsTTBFbE1qSnVUbTkyU25GQ1lXeDNNemt6TXpjMEpUSXlKVGRFSlRKREpUZENKVEl5Ym1GdFpTVXlNaVV6UVNVeU1pVkZOQ1ZDUlNWQ1JpVkZOeVZCUXlWQ1FTVXlNaVV5UXlVeU1uUjVjR1VsTWpJbE0wRWxNakp6ZEhKcGJtY2xNaklsTWtNbE1qSjJZV3gxWlNVeU1pVXpRU1V5TWlVeU1pVXlReVV5TW1OaGRHVm5iM0o1SlRJeUpUTkJKVEl5WkdWbVlYVnNkQ1V5TWlVeVF5VXlNbWxrSlRJeUpUTkJKVEl5WlZWUFIzcEliMlpSWnpNeU16QXpNU1V5TWlVM1JDVTFSQ1V5UXlVeU1uQnliM0J6SlRJeUpUTkJKVGRDSlRJeWVDVXlNaVV6UVRJek1TNDJNREF3TURZeE1ETTFNVFUyTWlVeVF5VXlNbmtsTWpJbE0wRTBNREl1TURrNU9UazRORGMwTVRJeE1TVXlReVV5TW5jbE1qSWxNMEU1TmlVeVF5VXlNbWdsTWpJbE0wRTFOQ1V5UXlVeU1ucHBibVJsZUNVeU1pVXpRVEUwSlRKREpUSXlZVzVuYkdVbE1qSWxNMEV3SlRkRUpUSkRKVEl5YzJoaGNHVlRkSGxzWlNVeU1pVXpRU1UzUWlVeU1tRnNjR2hoSlRJeUpUTkJNU1UzUkNVeVF5VXlNbXhwYm1WVGRIbHNaU1V5TWlVelFTVTNRaVV5TW14cGJtVlhhV1IwYUNVeU1pVXpRVEV1TlNVM1JDVXlReVV5TW1acGJHeFRkSGxzWlNVeU1pVXpRU1UzUWlVM1JDVXlReVV5TW5Sb1pXMWxKVEl5SlROQkpUZENKVGRFSlRKREpUSXljR0YwYUNVeU1pVXpRU1UxUWlVM1Fp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GRFSlRKREpUSXlkR1Y0ZEVKc2IyTnJKVEl5SlROQkpUVkNKVGRDSlRJeWNHOXphWFJwYjI0bE1qSWxNMEVsTjBJbE1qSjRKVEl5SlROQk1UQWxNa01sTWpKNUpUSXlKVE5CTUNVeVF5VXlNbmNsTWpJbE0wRWxNakozTFRJd0pUSXlKVEpESlRJeWFDVXlNaVV6UVNVeU1tZ2xNaklsTjBRbE1rTWxNakowWlhoMEpUSXlKVE5CSlRJeU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UpUSkRKVEl5YkdobVQwSkVhM1J4ZURjeE16YzNNeVV5TWlVelFTVTNRaVV5TW1sa0pUSXlKVE5CSlRJeWJHaG1UMEpFYTNSeGVEY3hNemMzTXlVeU1pVXlReVV5TW01aGJXVWxNaklsTTBFbE1qSnlaV04wWVc1bmJHVWxNaklsTWtNbE1qSjBhWFJzWlNVeU1pVXpRU1V5TWlWRk55VTVSaVZCT1NWRk5TVkNSQ1ZCTWlVeU1pVXlReVV5TW1OaGRHVm5iM0o1SlRJeUpUTkJKVEl5WW1GemFXT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4wSWxNakp1WVcxbEpUSXlKVE5CSlRJeUpVVTFKVUpCSlRoR0pVVTFKVGhHSlVJM0pUSXlKVEpESlRJeWRIbHdaU1V5TWlVelFTVXlNbTUxYldKbGNpVXlNaVV5UXlVeU1uWmhiSFZsSlRJeUpUTkJKVEl5SlRJeUpUSkRKVEl5WTJGMFpXZHZjbmtsTWpJbE0wRWxNakprWldaaGRXeDBKVEl5SlRKREpUSXlhV1FsTWpJbE0wRWxNakpZVFd4WVZWTkVjbnBVTXpVME5URTJKVEl5SlRkRUpUSkRKVGRDSlRJeWJtRnRaU1V5TWlVelFTVXlNaVZGTlNVNU1DVTRSQ1ZGTnlWQk55VkNNQ1V5TWlVeVF5VXlNblI1Y0dVbE1qSWxNMEVsTWpKemRISnBibWNsTWpJbE1rTWxNakoyWVd4MVpTVXlNaVV6UVNVeU1pVXlNaVV5UXlVeU1tTmhkR1ZuYjNKNUpUSXlKVE5CSlRJeVpHVm1ZWFZzZENVeU1pVXlReVV5TW1sa0pUSXlKVE5CSlRJeVJWZERUVkZqVWxkcWVqQTNOVEU0T1NVeU1pVTNSQ1V5UXlVM1FpVXlNbTVoYldVbE1qSWxNMEVsTWpJbFJUWWxPRGtsT0RBbFJUWWxPVU1sT0RrbFJUZ2xPREFsT0RVbE1qSWxNa01sTWpKMGVYQmxKVEl5SlROQkpUSXljM1J5YVc1bkpUSXlKVEpESlRJeWRtRnNkV1VsTWpJbE0wRWxNaklsTWpJbE1rTWxNakpqWVhSbFoyOXllU1V5TWlVelFTVXlNbVJsWm1GMWJIUWxNaklsTWtNbE1qSnBaQ1V5TWlVelFTVXlNa3B2ZWt4SlNHWjVhVTR6TnpRME5ESWxNaklsTjBRbE1rTWxOMElsTWpKdVlXMWxKVEl5SlROQkpUSXlKVVU0SlVKR0pUbEZKVVUySlRoRkpVRTFKVEl5SlRKREpUSXlkSGx3WlNVeU1pVXpRU1V5TW14cGJtc2xNaklsTWtNbE1qSjJZV3gxWlNVeU1pVXpRU1V5TWlVeU1pVXlReVV5TW1OaGRHVm5iM0o1SlRJeUpUTkJKVEl5WkdWbVlYVnNkQ1V5TWlVeVF5VXlNbWxrSlRJeUpUTkJKVEl5UzJWTlRFaGpSR05HVnpVeE9EQXlOaVV5TWlVM1JDVXlReVUzUWlVeU1tNWhiV1VsTWpJbE0wRWxNaklsUlRRbFFrVWxRa1lsUlRjbFFVTWxRa0VsTWpJbE1rTWxNakowZVhCbEpUSXlKVE5CSlRJeWMzUnlhVzVuSlRJeUpUSkRKVEl5ZG1Gc2RXVWxNaklsTTBFbE1qSWxNaklsTWtNbE1qSmpZWFJsWjI5eWVTVXlNaVV6UVNVeU1tUmxabUYxYkhRbE1qSWxNa01sTWpKcFpDVXlNaVV6UVNVeU1tUldaWEp2UzFKeVJFY3lOelE1TXprbE1qSWxOMFFsTlVRbE1rTWxNakp3Y205d2N5VXlNaVV6UVNVM1FpVXlNbmdsTWpJbE0wRTBNVEF1TmpBd01EQTJNVEF6TlRFMU5pVXlReVV5TW5rbE1qSWxNMEUwTURJdU1EazVPVGs0TkRjME1USXhNU1V5UXlVeU1uY2xNaklsTTBFNU5pVXlReVV5TW1nbE1qSWxNMEUxTkNVeVF5VXlNbnBwYm1SbGVDVXlNaVV6UVRFMUpUSkRKVEl5WVc1bmJHVWxNaklsTTBFd0pUZEVKVEpESlRJeWMyaGhjR1ZUZEhsc1pTVXlNaVV6UVNVM1FpVXlNbUZzY0doaEpUSXlKVE5CTVNVM1JDVXlReVV5TW14cGJtVlRkSGxzWlNVeU1pVXpRU1UzUWlVeU1teHBibVZYYVdSMGFDVXlNaVV6UVRFdU5TVTNSQ1V5UXlVeU1tWnBiR3hUZEhsc1pTVXlNaVV6UVNVM1FpVTNSQ1V5UXlVeU1uUm9aVzFsSlRJeUpUTkJKVGRDSlRkRUpUSkRKVEl5Y0dGMGFDVXlNaVV6UVNVMVFpVTNRaVV5TW1GamRHbHZibk1sTWpJbE0wRWxOVUlsTjBJbE1qSmhZM1JwYjI0bE1qSWxNMEVsTWpKdGIzWmxKVEl5SlRKREpUSXllQ1V5TWlVelFTVXlNakFsTWpJbE1rTWxNako1SlRJeUpUTkJKVEl5TUNVeU1pVTNSQ1V5UXlVM1FpVXlNbUZqZEdsdmJpVXlNaVV6UVNVeU1teHBibVVsTWpJbE1rTWxNako0SlRJeUpUTkJKVEl5ZHlVeU1pVXlReVV5TW5rbE1qSWxNMEVsTWpJd0pUSXlKVGRFSlRKREpUZENKVEl5WVdOMGFXOXVKVEl5SlROQkpUSXliR2x1WlNVeU1pVXlReVV5TW5nbE1qSWxNMEVsTWpKM0pUSXlKVEpESlRJeWVTVXlNaVV6UVNVeU1tZ2xNaklsTjBRbE1rTWxOMElsTWpKaFkzUnBiMjRsTWpJbE0wRWxNakpzYVc1bEpUSXlKVEpESlRJeWVDVXlNaVV6UVNVeU1qQWxNaklsTWtNbE1qSjVKVEl5SlROQkpUSXlhQ1V5TWlVM1JDVXlReVUzUWlVeU1tRmpkR2x2YmlVeU1pVXpRU1V5TW1Oc2IzTmxKVEl5SlRkRUpUVkVKVGRFSlRWRUpUSkRKVEl5Wm05dWRGTjBlV3hsSlRJeUpUTkJKVGRDSlRkRUpUSkRKVEl5ZEdWNGRFSnNiMk5ySlRJeUpUTkJKVFZDSlRkQ0pUSXljRzl6YVhScGIyNGxNaklsTTBFbE4wSWxNako0SlRJeUpUTkJNVEFsTWtNbE1qSjVKVEl5SlROQk1DVXlReVV5TW5jbE1qSWxNMEVsTWpKM0xUSXdKVEl5SlRKREpUSXlhQ1V5TWlVelFTVXlNbWdsTWpJbE4wUWxNa01sTWpKMFpYaDBKVEl5SlROQkpUSXl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VIxcG5TR1JIY1VWdldURTVOVGMyTUNVeU1pVXpRU1UzUWlVeU1tbGtKVEl5SlROQkpUSXlSMXBuU0dSSGNVVnZXVEU1TlRjMk1DVXlNaVV5UXlVeU1tNWhiV1VsTWpJbE0wRWxNakp5WldOMFlXNW5iR1VsTWpJbE1rTWxNakowYVhSc1pTVXlNaVV6UVNVeU1pVkZOeVU1UmlWQk9TVkZOU1ZDUkNWQk1pVXlNaVV5UXlVeU1tTmhkR1ZuYjNKNUpUSXlKVE5CSlRJeVltRnphV01sTWpJbE1rTWxNakpuY205MWNDVXlNaVV6UVNVeU1pVXlNaVV5UXlVeU1tZHliM1Z3VG1GdFpTVXlNaVV6UVc1MWJHd2xNa01sTWpKc2IyTnJaV1FsTWpJbE0wRm1ZV3h6WlNVeVF5VXlNbXhwYm1zbE1qSWxNMEVsTWpJbE1qSWxNa01sTWpKamFHbHNaSEpsYmlVeU1pVXpRU1UxUWlVMVJDVXlReVV5TW5CaGNtVnVkQ1V5TWlVelFTVXlNaVV5TWlVeVF5VXlNbkpsYzJsNlpVUnBjaVV5TWlVelFTVTFRaVV5TW5Sc0pUSXlKVEpESlRJeWRISWxNaklsTWtNbE1qSmljaVV5TWlVeVF5VXlNbUpzSlRJeUpUSkRKVEl5YkNVeU1pVXlReVV5TW5RbE1qSWxNa01sTWpKeUpUSXlKVEpESlRJeVlpVXlNaVUxUkNVeVF5VXlNbUYwZEhKcFluVjBaU1V5TWlVelFTVTNRaVV5TW1OdmJuUmhhVzVsY2lVeU1pVXpRV1poYkhObEpUSkRKVEl5ZG1semFXSnNaU1V5TWlVelFYUnlkV1VsTWtNbE1qSnliM1JoZEdGaWJHVWxNaklsTTBGMGNuVmxKVEpESlRJeWJHbHVhMkZpYkdVbE1qSWxNMEYwY25WbEpUSkRKVEl5WTI5c2JHRndjMkZpYkdVbE1qSWxNMEZtWVd4elpTVXlReVV5TW1OdmJHeGhjSE5sWkNVeU1pVXpRV1poYkhObEpUSkRKVEl5Wm1sNFpXUk1hVzVySlRJeUpUTkJabUZzYzJVbE1rTWxNakp0WVhKclpYSlBabVp6WlhRbE1qSWxNMEUxSlRkRUpUSkRKVEl5WkdGMFlVRjBkSEpwWW5WMFpYTWxNaklsTTBFbE5VSWxOMElsTWpKdVlXMWxKVEl5SlROQkpUSXlKVVUxSlVKQkpUaEdKVVUxSlRoR0pVSTNKVEl5SlRKREpUSXlkSGx3WlNVeU1pVXpRU1V5TW01MWJXSmxjaVV5TWlVeVF5VXlNblpoYkhWbEpUSXlKVE5CSlRJeUpUSXlKVEpESlRJeVkyRjBaV2R2Y25rbE1qSWxNMEVsTWpKa1pXWmhkV3gwSlRJeUpUSkRKVEl5YVdRbE1qSWxNMEVsTWpKMFRsUldVMGxsVFVScE9UWXdNVEEwSlRJeUpUZEVKVEpESlRkQ0pUSXlibUZ0WlNVeU1pVXpRU1V5TWlWRk5TVTVNQ1U0UkNWRk55VkJOeVZDTUNVeU1pVXlReVV5TW5SNWNHVWxNaklsTTBFbE1qSnpkSEpwYm1jbE1qSWxNa01sTWpKMllXeDFaU1V5TWlVelFTVXlNaVV5TWlVeVF5VXlNbU5oZEdWbmIzSjVKVEl5SlROQkpUSXlaR1ZtWVhWc2RDVXlNaVV5UXlVeU1tbGtKVEl5SlROQkpUSXlSRXhXUjBwRGJrVlZSRGMyTWpZNE15VXlNaVUzUkNVeVF5VTNRaVV5TW01aGJXVWxNaklsTTBFbE1qSWxSVFlsT0RrbE9EQWxSVFlsT1VNbE9Ea2xSVGdsT0RBbE9EVWxNaklsTWtNbE1qSjBlWEJsSlRJeUpUTkJKVEl5YzNSeWFXNW5KVEl5SlRKREpUSXlkbUZzZFdVbE1qSWxNMEVsTWpJbE1qSWxNa01sTWpKallYUmxaMjl5ZVNVeU1pVXpRU1V5TW1SbFptRjFiSFFsTWpJbE1rTWxNakpwWkNVeU1pVXpRU1V5TWs5c1RWZEZiRUYyVG1zNU9USTVNREVsTWpJbE4wUWxNa01sTjBJbE1qSnVZVzFsSlRJeUpUTkJKVEl5SlVVNEpVSkdKVGxGSlVVMkpUaEZKVUUxSlRJeUpUSkRKVEl5ZEhsd1pTVXlNaVV6UVNVeU1teHBibXNsTWpJbE1rTWxNakoyWVd4MVpTVXlNaVV6UVNVeU1pVXlNaVV5UXlVeU1tTmhkR1ZuYjNKNUpUSXlKVE5CSlRJeVpHVm1ZWFZzZENVeU1pVXlReVV5TW1sa0pUSXlKVE5CSlRJeVRHbFFabGR0Y2xkNWNUSXdOVEEwTkNVeU1pVTNSQ1V5UXlVM1FpVXlNbTVoYldVbE1qSWxNMEVsTWpJbFJUUWxRa1VsUWtZbFJUY2xRVU1sUWtFbE1qSWxNa01sTWpKMGVYQmxKVEl5SlROQkpUSXljM1J5YVc1bkpUSXlKVEpESlRJeWRtRnNkV1VsTWpJbE0wRWxNaklsTWpJbE1rTWxNakpqWVhSbFoyOXllU1V5TWlVelFTVXlNbVJsWm1GMWJIUWxNaklsTWtNbE1qSnBaQ1V5TWlVelFTVXlNbGxyVFhoeVJFdG5kWGc1TkRjMU5qWWxNaklsTjBRbE5VUWxNa01sTWpKd2NtOXdjeVV5TWlVelFTVTNRaVV5TW5nbE1qSWxNMEUxT0RrdU5qQXdNREEyTVRBek5URTFOaVV5UXlVeU1ua2xNaklsTTBFME1ESXVNRGs1T1RrNE5EYzBNVEl4TVNVeVF5VXlNbmNsTWpJbE0wRTVOaVV5UXlVeU1tZ2xNaklsTTBFMU5DVXlReVV5TW5wcGJtUmxlQ1V5TWlVelFURTJKVEpESlRJeVlXNW5iR1VsTWpJbE0wRXdKVGRFSlRKREpUSXljMmhoY0dWVGRIbHNaU1V5TWlVelFTVTNRaVV5TW1Gc2NHaGhKVEl5SlROQk1TVTNSQ1V5UXlVeU1teHBibVZUZEhsc1pTVXlNaVV6UVNVM1FpVXlNbXhwYm1WWGFXUjBhQ1V5TWlVelFURXVOU1UzUkNVeVF5VXlNbVpwYkd4VGRIbHNaU1V5TWlVelFTVTNR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ZEVKVEpESlRJeWRHVjRkRUpzYjJOckpUSXlKVE5CSlRWQ0pUZENKVEl5Y0c5emFYUnBiMjRsTWpJbE0wRWxOMElsTWpKNEpUSXlKVE5CTVRBbE1rTWxNako1SlRJeUpUTkJNQ1V5UXlVeU1uY2xNaklsTTBFbE1qSjNMVEl3SlRJeUpUSkRKVEl5YUNVeU1pVXpRU1V5TW1nbE1qSWxOMFFsTWtNbE1qSjBaWGgwSlRJeUpUTkJKVEl5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ZMDlzUzBabFZXSmhWRGMzTnpjMk15VXlNaVV6UVNVM1FpVXlNbWxrSlRJeUpUTkJKVEl5WTA5c1MwWmxWV0poVkRjM056YzJNeVV5TWlVeVF5VXlNbTVoYldVbE1qSWxNMEVsTWpKeVpXTjBZVzVuYkdVbE1qSWxNa01sTWpKMGFYUnNaU1V5TWlVelFTVXl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nJXSFppZFcxTGQydFJOVFE0TURrMEpUSXlKVGRFSlRKREpUZENKVEl5Ym1GdFpTVXlNaVV6UVNVeU1pVkZOU1U1TUNVNFJDVkZOeVZCTnlWQ01DVXlNaVV5UXlVeU1uUjVjR1VsTWpJbE0wRWxNakp6ZEhKcGJtY2xNaklsTWtNbE1qSjJZV3gxWlNVeU1pVXpRU1V5TWlVeU1pVXlReVV5TW1OaGRHVm5iM0o1SlRJeUpUTkJKVEl5WkdWbVlYVnNkQ1V5TWlVeVF5VXlNbWxrSlRJeUpUTkJKVEl5V25salRsbHlSVTF1VFRnek1UQTRPU1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rcFNRbFY1UVdKMlJtTXpNREF6T1RFbE1qSWxOMFFsTWtNbE4wSWxNakp1WVcxbEpUSXlKVE5CSlRJeUpVVTRKVUpHSlRsRkpVVTJKVGhGSlVFMUpUSXlKVEpESlRJeWRIbHdaU1V5TWlVelFTVXlNbXhwYm1zbE1qSWxNa01sTWpKMllXeDFaU1V5TWlVelFTVXlNaVV5TWlVeVF5VXlNbU5oZEdWbmIzSjVKVEl5SlROQkpUSXlaR1ZtWVhWc2RDVXlNaVV5UXlVeU1tbGtKVEl5SlROQkpUSXlXRkZpU0VoRVVFcG9lREU0T0RJME9TVXlNaVUzUkNVeVF5VTNRaVV5TW01aGJXVWxNaklsTTBFbE1qSWxSVFFsUWtVbFFrWWxSVGNsUVVNbFFrRWxNaklsTWtNbE1qSjBlWEJsSlRJeUpUTkJKVEl5YzNSeWFXNW5KVEl5SlRKREpUSXlkbUZzZFdVbE1qSWxNMEVsTWpJbE1qSWxNa01sTWpKallYUmxaMjl5ZVNVeU1pVXpRU1V5TW1SbFptRjFiSFFsTWpJbE1rTWxNakpwWkNVeU1pVXpRU1V5TWxsUVJXdEdVMmxpY25vd016WXdORGtsTWpJbE4wUWxOVVFsTWtNbE1qSndjbTl3Y3lVeU1pVXpRU1UzUWlVeU1uZ2xNaklsTTBFeU16RXVOakF3TURBMk1UQXpOVEUxTmpJbE1rTWxNako1SlRJeUpUTkJORGsxTGpBNU9UazVPRFEzTkRFeU1URWxNa01sTWpKM0pUSXlKVE5CT1RZbE1rTWxNakpvSlRJeUpUTkJOVFFsTWtNbE1qSjZhVzVrWlhnbE1qSWxNMEV4TnlVeVF5VXlNbUZ1WjJ4bEpUSXlKVE5CTUNVM1JDVXlReVV5TW5Ob1lYQmxVM1I1YkdVbE1qSWxNMEVsTjBJbE1qSmhiSEJvWVNVeU1pVXpRVEVsTjBRbE1rTWxNakpzYVc1bFUzUjViR1VsTWpJbE0wRWxOMElsTWpKc2FXNWxWMmxrZEdnbE1qSWxNMEV4TGpVbE4wUWxNa01sTWpKbWFXeHNVM1I1YkdVbE1qSWxNMEVsTjBJbE4wUWxNa01sTWpKMGFHVnRaU1V5TWlVelFTVTNRaVUzUkNVeVF5VXlNbkJoZEdnbE1qSWxNMEVsTlVJbE4wS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UzUkNVeVF5VXlNblJsZUhSQ2JHOWpheVV5TWlVelFTVTFRaVUzUWlVeU1uQnZjMmwwYVc5dUpUSXlKVE5CSlRkQ0pUSXllQ1V5TWlVelFURXdKVEpESlRJeWVTVXlNaVV6UVRBbE1rTWxNakozSlRJeUpUTkJKVEl5ZHkweU1DVXlNaVV5UXlVeU1tZ2xNaklsTTBFbE1qSm9KVEl5SlRkRUpUSkRKVEl5ZEdWNGRDVXlNaVV6UVNVeU1p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M1JDVXlReVV5TW1OM1VISkdhSHBKYjB3NU1qVTFNVGdsTWpJbE0wRWxOMElsTWpKcFpDVXlNaVV6UVNVeU1tTjNVSEpHYUhwSmIwdzVNalUxTVRnbE1qSWxNa01sTWpKdVlXMWxKVEl5SlROQkpUSXljM1JoYm1SaGNtUlVaWGgwSlRJeUpUSkRKVEl5ZEdsMGJHVWxNaklsTTBFbE1qSWxNaklsTWtNbE1qSmpZWFJsWjI5eWVTVXlNaVV6UVNVeU1uTjBZVzVrWVhKa0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WRUpUSkRKVEl5Y0hKdmNITWxNaklsTTBFbE4wSWxNako0SlRJeUpUTkJNak0zTGpFNU9UazRNVFk0T1RRMU16RXlKVEpESlRJeWVTVXlNaVV6UVRRMU1TNHdPVGs1T1RnME56UXhNakV4SlRKREpUSXlkeVV5TWlVelFURXdNQ1V5UXlVeU1tZ2xNaklsTTBFME1DVXlReVV5TW5wcGJtUmxlQ1V5TWlVelFUSXdKVEpESlRJeVlXNW5iR1VsTWpJbE0wRXdKVGRFSlRKREpUSXljMmhoY0dWVGRIbHNaU1V5TWlVelFTVTNRaVV5TW1Gc2NHaGhKVEl5SlROQk1TVTNSQ1V5UXlVeU1teHBibVZUZEhsc1pTVXlNaVV6UVNVM1FpVTNSQ1V5UXlVeU1tWnBiR3hUZEhsc1pTVXlNaVV6UVNVM1FpVTNSQ1V5UXlVeU1uUm9aVzFsSlRJeUpUTkJKVGRDSlRkRUpUSkRKVEl5Y0dGMGFDVXlNaVV6UVNVMVFpVTNRaVV5TW14cGJtVlRkSGxzWlNVeU1pVXpRU1UzUWlVeU1teHBibVZYYVdSMGFDVXlNaVV6UVRBbE4wUWxNa01sTWpKbWFXeHNVM1I1YkdVbE1qSWxNMEVsTjBJbE1qSjBlWEJsSlRJeUpUTkJKVEl5Ym05dVpTVXlNaVUzUkNVeVF5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GRFSlRKREpUSXlkR1Y0ZEVKc2IyTnJKVEl5SlROQkpUVkNKVGRDSlRJeWNHOXphWFJwYjI0bE1qSWxNMEVsTjBJbE1qSjRKVEl5SlROQk1DVXlReVV5TW5rbE1qSWxNMEV3SlRKREpUSXlkeVV5TWlVelFTVXlNbmNsTWpJbE1rTWxNakpvSlRJeUpUTkJKVEl5YUNVeU1pVTNSQ1V5UXlVeU1uUmxlSFFsTWpJbE0wRWxNaklsUlRrbE9ERWxPRGNsUlRVbE9EZ2xRakFsUlRrbE9VRWxPVU1sUlRjbFFUSWxPRVFsUlRjbE9Ea2xRVGt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mhiVVJ3WlhKcGNreDJPVEk1TWpJM0pUSXlKVE5CSlRkQ0pUSXlhV1FsTWpJbE0wRWxNakpoYlVSd1pYSnBja3gyT1RJNU1qSTN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sVnBRV3g2YjBacVozZzVNamMwT1RZbE1qSWxOMFFsTWtNbE4wSWxNakp1WVcxbEpUSXlKVE5CSlRJeUpVVTFKVGt3SlRoRUpVVTNKVUUzSlVJd0pUSXlKVEpESlRJeWRIbHdaU1V5TWlVelFTVXlNbk4wY21sdVp5VXlNaVV5UXlVeU1uWmhiSFZsSlRJeUpUTkJKVEl5SlRJeUpUSkRKVEl5WTJGMFpXZHZjbmtsTWpJbE0wRWxNakprWldaaGRXeDBKVEl5SlRKREpUSXlhV1FsTWpJbE0wRWxNakpOU1c5a1lVZHRkRkpGT0RNeU9UQXl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WVVNTFSWFY0VG5OUWJUSTVNVGMwTXlVeU1pVTNSQ1V5UXlVM1FpVXlNbTVoYldVbE1qSWxNMEVsTWpJbFJUZ2xRa1lsT1VVbFJUWWxPRVVsUVRVbE1qSWxNa01sTWpKMGVYQmxKVEl5SlROQkpUSXliR2x1YXlVeU1pVXlReVV5TW5aaGJIVmxKVEl5SlROQkpUSXlKVEl5SlRKREpUSXlZMkYwWldkdmNua2xNaklsTTBFbE1qSmtaV1poZFd4MEpUSXlKVEpESlRJeWFXUWxNaklsTTBFbE1qSklSSE50ZDA5WVQyeExOalkyTkRZMUpUSXlKVGRFSlRKREpUZENKVEl5Ym1GdFpTVXlNaVV6UVNVeU1pVkZOQ1ZDUlNWQ1JpVkZOeVZCUXlWQ1FTVXlNaVV5UXlVeU1uUjVjR1VsTWpJbE0wRWxNakp6ZEhKcGJtY2xNaklsTWtNbE1qSjJZV3gxWlNVeU1pVXpRU1V5TWlVeU1pVXlReVV5TW1OaGRHVm5iM0o1SlRJeUpUTkJKVEl5WkdWbVlYVnNkQ1V5TWlVeVF5VXlNbWxrSlRJeUpUTkJKVEl5VldaYVluWm1lV1pMY3pnd01UVTBNQ1V5TWlVM1JDVTFSQ1V5UXlVeU1uQnliM0J6SlRJeUpUTkJKVGRDSlRJeWVDVXlNaVV6UVRVNE9TNDJNREF3TURZeE1ETTFNVFUySlRKREpUSXllU1V5TWlVelFUUTVOUzR3T1RrNU9UZzBOelF4TWpFeEpUSkRKVEl5ZHlVeU1pVXpRVGsySlRKREpUSXlhQ1V5TWlVelFUVTBKVEpESlRJeWVtbHVaR1Y0SlRJeUpUTkJNakVsTWtNbE1qSmhibWRzWlNVeU1pVXpRVEFsTjBRbE1rTWxNakp6YUdGd1pWTjBlV3hsSlRJeUpUTkJKVGRDSlRJeVlXeHdhR0VsTWpJbE0wRXhKVGRFSlRKREpUSXliR2x1WlZOMGVXeGxKVEl5SlROQkpUZENKVEl5YkdsdVpWZHBaSFJvSlRJeUpUTkJNUzQxSlRkRUpUSkRKVEl5Wm1sc2JGTjBlV3hsSlRJeUpUTkJKVGRDSlRkRUpUSkRKVEl5ZEdobGJXVWxNaklsTTBFbE4wSWxOMFFsTWtNbE1qSndZWFJvSlRJeUpUTkJKVFZDSlRkQ0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OMFFsTWtNbE1qSjBaWGgwUW14dlkyc2xNaklsTTBFbE5VSWxOMElsTWpKd2IzTnBkR2x2YmlVeU1pVXpRU1UzUWlVeU1uZ2xNaklsTTBFeE1DVXlReVV5TW5rbE1qSWxNMEV3SlRKREpUSXlkeVV5TWlVelFTVXlNbmN0TWpBbE1qSWxNa01sTWpKb0pUSXlKVE5CSlRJeWFDVXlNaVUzUkNVeVF5VXlNblJsZUhRbE1qSWxNMEVsTWpJ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jBRbE1rTWxNakpMVTA1dllXTnpSVXhvT1RBMk9USTJKVEl5SlROQkpUZENKVEl5YVdRbE1qSWxNMEVsTWpKTFUwNXZZV056UlV4b09UQTJPVEkySlRJeUpUSkRKVEl5Ym1GdFpTVXlNaVV6UVNVeU1uTjBZVzVrWVhKa1ZHVjRkQ1V5TWlVeVF5VXlNblJwZEd4bEpUSXlKVE5CSlRJeUpUSXlKVEpESlRJeVkyRjBaV2R2Y25rbE1qSWxNMEVsTWpKemRHRnVaR0Z5WkN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xUkNVeVF5VXlNbkJ5YjNCekpUSXlKVE5CSlRkQ0pUSXllQ1V5TWlVelFUVTNOQzQyTURBd01EWXhNRE0xTVRVMkpUSkRKVEl5ZVNVeU1pVXpRVFExTlM0d09UazVPVGcwTnpReE1qRXhKVEpESlRJeWR5VXlNaVV6UVRFeU5pVXlReVV5TW1nbE1qSWxNMEUwTUNVeVF5VXlNbnBwYm1SbGVDVXlNaVV6UVRJekpUSkRKVEl5WVc1bmJHVWxNaklsTTBFd0pUZEVKVEpESlRJeWMyaGhjR1ZUZEhsc1pTVXlNaVV6UVNVM1FpVXlNbUZzY0doaEpUSXlKVE5CTVNVM1JDVXlReVV5TW14cGJtVlRkSGxzWlNVeU1pVXpRU1UzUWlVM1JDVXlReVV5TW1acGJHeFRkSGxzWlNVeU1pVXpRU1UzUWlVM1JDVXlReVV5TW5Sb1pXMWxKVEl5SlROQkpUZENKVGRFSlRKREpUSXljR0YwYUNVeU1pVXpRU1UxUWlVM1FpVXlNbXhwYm1WVGRIbHNaU1V5TWlVelFTVTNRaVV5TW14cGJtVlhhV1IwYUNVeU1pVXpRVEFsTjBRbE1rTWxNakptYVd4c1UzUjViR1VsTWpJbE0wRWxOMElsTWpKMGVYQmxKVEl5SlROQkpUSXlibTl1WlNVeU1pVTNSQ1V5UX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ZEVKVEpESlRJeWRHVjRkRUpzYjJOckpUSXlKVE5CSlRWQ0pUZENKVEl5Y0c5emFYUnBiMjRsTWpJbE0wRWxOMElsTWpKNEpUSXlKVE5CTUNVeVF5VXlNbmtsTWpJbE0wRXdKVEpESlRJeWR5VXlNaVV6UVNVeU1uY2xNaklsTWtNbE1qSm9KVEl5SlROQkpUSXlhQ1V5TWlVM1JDVXlReVV5TW5SbGVIUWxNaklsTTBFbE1qSWxSVGNsT1RRbFFqRWxSVFFsUWtRbE9FVWxSVGtsT0RBbE9VWWxSVGdsUWtZbE9EY2xSVFVsUWtFbFFUWWxSVFVsT0RnbFFqQWxSVGtsUVVJbE9UZ2xSVGtsT0RBbE9VWW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VFluZFZVbFpFU2sxRU1EUTNORFUxSlRJeUpUTkJKVGRDSlRJeWFXUWxNaklsTTBFbE1qSlRZbmRWVWxaRVNrMUVNRFEzTkRVMUpUSXlKVEpESlRJeWJtRnRaU1V5TWlVelFTVXlNbXhwYm10bGNpVXlNaVV5UXlVeU1uUmxlSFFsTWpJbE0wRWxNaklsTWpJbE1rTWxNakpuY205MWNDVXlNaVV6UVNVeU1pVXlNaVV5UXlVeU1teHBibXRsY2xSNWNHVWxNaklsTTBFbE1qSmljbTlyWlc0bE1qSWxNa01sTWpKd2IybHVkSE1sTWpJbE0wRWxOVUlsTjBJbE1qSjRKVEl5SlROQk5EVTRMall3TURBd05qRXdNelV4TlRZbE1rTWxNako1SlRJeUpUTkJNamcwTGpVNU9UazVPRFEzTkRFeU1URWxOMFFsTWtNbE4wSWxNako0SlRJeUpUTkJORFU0TGpZd01EQXdOakV3TXpVeE5UWWxNa01sTWpKNUpUSXlKVE5CTWpnMExqVTVPVGs1T0RRM05ERXlNVEVsTjBRbE5VUWxNa01sTWpKc2IyTnJaV1FsTWpJbE0wRm1ZV3h6WlNVeVF5VXlNbVJoZEdGQmRIUnlhV0oxZEdWekpUSXlKVE5CSlRWQ0pUVkVKVEpESlRJeWNISnZjSE1sTWpJbE0wRWxOMElsTWpKNmFXNWtaWGdsTWpJbE0wRTFKVGRFSlRKREpUSXliR2x1WlZOMGVXeGxKVEl5SlROQkpUZENKVEl5YkdsdVpWZHBaSFJvSlRJeUpUTkJNUzQxSlRkRUpUSkRKVEl5Wm5KdmJTVXlNaVV6UVNVM1FpVXlNbmdsTWpJbE0wRTBOVGd1TmpBd01EQTJNVEF6TlRFMU5pVXlReVV5TW5rbE1qSWxNMEV5TmpBdU1EazVPVGs0TkRjME1USXhNU1V5UXlVeU1tRnVaMnhsSlRJeUpUTkJOQzQzTVRJek9EZzVPREF6T0RRMk9TVXlReVV5TW1sa0pUSXlKVE5CSlRJeWFrMWpXR2x3ZEd0cWJ6Y3hOakV3TmlVeU1pVTNSQ1V5UXlVeU1uUnZKVEl5SlROQkpUZENKVEl5YVdRbE1qSWxNMEVsTWpKT1NsVlNlblZ4UW5sNE16VXpPRFkySlRJeUpUSkRKVEl5ZUNVeU1pVXpRVFExT0M0Mk1EQXdNRFl4TURNMU1UVTJKVEpESlRJeWVTVXlNaVV6UVRNd09TNHdPVGs1T1RnME56UXhNakV4SlRKREpUSXlZVzVuYkdVbE1qSWxNMEV4TGpVM01EYzVOak15TmpjNU5EZzVOeVUzUkNVeVF5VXlNblJsZUhSQ2JHOWpheVV5TWlVelFTVTFRaVUxUkNVM1JDVXlReVV5TWxKWFUxcFpkWGhVWW5nd05qZ3pPREVsTWpJbE0wRWxOMElsTWpKcFpDVXlNaVV6UVNVeU1sSlhVMXBaZFhoVVluZ3dOamd6T0RFbE1qSWxNa01sTWpKdVlXMWxKVEl5SlROQkpUSXliR2x1YTJWeUpUSXlKVEpESlRJeWRHVjRkQ1V5TWlVelFTVXlNaVV5TWlVeVF5VXlNbWR5YjNWd0pUSXlKVE5CSlRJeUpUSXlKVEpESlRJeWJHbHVhMlZ5Vkhsd1pTVXlNaVV6UVNVeU1tSnliMnRsYmlVeU1pVXlReVV5TW5CdmFXNTBjeVV5TWlVelFTVTFRaVUzUWlVeU1uZ2xNaklsTTBFME5UZ3VOakF3TURBMk1UQXpOVEUxTmlVeVF5VXlNbmtsTWpJbE0wRXlPRFF1TlRrNU9UazRORGMwTVRJeE1TVTNSQ1V5UXlVM1FpVXlNbmdsTWpJbE0wRXlOemt1TmpBd01EQTJNVEF6TlRFMU5pVXlReVV5TW5rbE1qSWxNMEV5T0RRdU5UazVPVGs0TkRjME1USXhNU1UzUkNVMVJDVXlReVV5TW14dlkydGxaQ1V5TWlVelFXWmhiSE5sSlRKREpUSXlaR0YwWVVGMGRISnBZblYwWlhNbE1qSWxNMEVsTlVJbE5VUWxNa01sTWpKd2NtOXdjeVV5TWlVelFTVTNRaVV5TW5wcGJtUmxlQ1V5TWlVelFUWWxOMFFsTWtNbE1qSnNhVzVsVTNSNWJHVWxNaklsTTBFbE4wSWxNakpzYVc1bFYybGtkR2dsTWpJbE0wRXhMalVsTjBRbE1rTWxNakptY205dEpUSXlKVE5CSlRkQ0pUSXllQ1V5TWlVelFUUTFPQzQyTURBd01EWXhNRE0xTVRVMkpUSkRKVEl5ZVNVeU1pVXpRVEkyTUM0d09UazVPVGcwTnpReE1qRXhKVEpESlRJeVlXNW5iR1VsTWpJbE0wRTBMamN4TWpNNE9EazRNRE00TkRZNUpUSkRKVEl5YVdRbE1qSWxNMEVsTWpKcVRXTllhWEIwYTJwdk56RTJNVEEySlRJeUpUZEVKVEpESlRJeWRHOGxNaklsTTBFbE4wSWxNakpwWkNVeU1pVXpRU1V5TW5WTWRXeG5hbmhTVlUwMU1qa3lOVEVsTWpJbE1rTWxNako0SlRJeUpUTkJNamM1TGpZd01EQXdOakV3TXpVeE5UWWxNa01sTWpKNUpUSXlKVE5CTXpBNUxqQTVPVGs1T0RRM05ERXlNVEVsTWtNbE1qSmhibWRzWlNVeU1pVXpRVEV1TlRjd056azJNekkyTnprME9EazNKVGRFSlRKREpUSXlkR1Y0ZEVKc2IyTnJKVEl5SlROQkpUVkNKVFZFSlRkRUpUSkRKVEl5Y1hwVGNXaDZWMkYyVWpVM01ETTNPU1V5TWlVelFTVTNRaVV5TW1sa0pUSXlKVE5CSlRJeWNYcFRjV2g2VjJGMlVqVTNNRE0zT1NVeU1pVXlReVV5TW01aGJXVWxNaklsTTBFbE1qSnNhVzVyWlhJbE1qSWxNa01sTWpKMFpYaDBKVEl5SlROQkpUSXlKVEl5SlRKREpUSXlaM0p2ZFhBbE1qSWxNMEVsTWpJbE1qSWxNa01sTWpKc2FXNXJaWEpVZVhCbEpUSXlKVE5CSlRJeVluSnZhMlZ1SlRJeUpUSkRKVEl5Y0c5cGJuUnpKVEl5SlROQkpUVkNKVGRDSlRJeWVDVXlNaVV6UVRRMU9DNDJNREF3TURZeE1ETTFNVFUySlRKREpUSXllU1V5TWlVelFUSTROQzQxT1RrNU9UZzBOelF4TWpFeEpUZEVKVEpESlRkQ0pUSXllQ1V5TWlVelFUWXpOeTQyTURBd01EWXhNRE0xTVRVMkpUSkRKVEl5ZVNVeU1pVXpRVEk0TkM0MU9UazVPVGcwTnpReE1qRXhKVGRFSlRWRUpUSkRKVEl5Ykc5amEyVmtKVEl5SlROQlptRnNjMlVsTWtNbE1qSmtZWFJoUVhSMGNtbGlkWFJsY3lVeU1pVXpRU1UxUWlVMVJDVXlReVV5TW5CeWIzQnpKVEl5SlROQkpUZENKVEl5ZW1sdVpHVjRKVEl5SlROQk55VTNSQ1V5UXlVeU1teHBibVZUZEhsc1pTVXlNaVV6UVNVM1FpVXlNbXhwYm1WWGFXUjBhQ1V5TWlVelFURXVOU1UzUkNVeVF5VXlNbVp5YjIwbE1qSWxNMEVsTjBJbE1qSjRKVEl5SlROQk5EVTRMall3TURBd05qRXdNelV4TlRZbE1rTWxNako1SlRJeUpUTkJNall3TGpBNU9UazVPRFEzTkRFeU1URWxNa01sTWpKaGJtZHNaU1V5TWlVelFUUXVOekV5TXpnNE9UZ3dNemcwTmprbE1rTWxNakpwWkNVeU1pVXpRU1V5TW1wTlkxaHBjSFJyYW04M01UWXhNRFlsTWpJbE4wUWxNa01sTWpKMGJ5VXlNaVV6UVNVM1FpVXlNbWxrSlRJeUpUTkJKVEl5VlVKNVozWklaVkp1VERjME5qWTFNeVV5TWlVeVF5VXlNbmdsTWpJbE0wRTJNemN1TmpBd01EQTJNVEF6TlRFMU5pVXlReVV5TW5rbE1qSWxNMEV6TURrdU1EazVPVGs0TkRjME1USXhNU1V5UXlVeU1tRnVaMnhsSlRJeUpUTkJNUzQxTnpBM09UWXpNalkzT1RRNE9UY2xOMFFsTWtNbE1qSjBaWGgwUW14dlkyc2xNaklsTTBFbE5VSWxOVVFsTjBRbE1rTWxNakpUYzNwS1FrOVVZMWh0TWpneU5EY3pKVEl5SlROQkpUZENKVEl5YVdRbE1qSWxNMEVsTWpKVGMzcEtRazlVWTFodE1qZ3lORGN6SlRJeUpUSkRKVEl5Ym1GdFpTVXlNaVV6UVNVeU1teHBibXRsY2lVeU1pVXlReVV5TW5SbGVIUWxNaklsTTBFbE1qSWxNaklsTWtNbE1qSm5jbTkxY0NVeU1pVXpRU1V5TWlVeU1pVXlReVV5TW14cGJtdGxjbFI1Y0dVbE1qSWxNMEVsTWpKaWNtOXJaVzRsTWpJbE1rTWxNakp3YjJsdWRITWxNaklsTTBFbE5VSWxOMElsTWpKNEpUSXlKVE5CTWpjNUxqWXdNREF3TmpFd016VXhOVFlsTWtNbE1qSjVKVEl5SlROQk16Z3lMalU1T1RrNU9EUTNOREV5TVRFbE4wUWxNa01sTjBJbE1qSjRKVEl5SlROQk1qYzVMall3TURBd05qRXdNelV4TlRZbE1rTWxNako1SlRJeUpUTkJNemd5TGpVNU9UazVPRFEzTkRFeU1URWxOMFFsTlVRbE1rTWxNakpzYjJOclpXUWxNaklsTTBGbVlXeHpaU1V5UXlVeU1tUmhkR0ZCZEhSeWFXSjFkR1Z6SlRJeUpUTkJKVFZDSlRWRUpUSkRKVEl5Y0hKdmNITWxNaklsTTBFbE4wSWxNako2YVc1a1pYZ2xNaklsTTBFeE1TVTNSQ1V5UXlVeU1teHBibVZUZEhsc1pTVXlNaVV6UVNVM1FpVXlNbXhwYm1WWGFXUjBhQ1V5TWlVelFURXVOU1UzUkNVeVF5VXlNbVp5YjIwbE1qSWxNMEVsTjBJbE1qSjRKVEl5SlROQk1qYzVMall3TURBd05qRXdNelV4TlRZbE1rTWxNako1SlRJeUpUTkJNell6TGpBNU9UazVPRFEzTkRFeU1URWxNa01sTWpKaGJtZHNaU1V5TWlVelFUUXVOekV5TXpnNE9UZ3dNemcwTmprbE1rTWxNakpwWkNVeU1pVXpRU1V5TW5WTWRXeG5hbmhTVlUwMU1qa3lOVEVsTWpJbE4wUWxNa01sTWpKMGJ5VXlNaVV6UVNVM1FpVXlNbWxrSlRJeUpUTkJKVEl5UjBOdmExbE9iR2hYU1RNNE9EVTRNQ1V5TWlVeVF5VXlNbmdsTWpJbE0wRXlOemt1TmpBd01EQTJNVEF6TlRFMU5pVXlReVV5TW5rbE1qSWxNMEUwTURJdU1EazVPVGs0TkRjME1USXhNU1V5UXlVeU1tRnVaMnhsSlRJeUpUTkJNUzQxTnpBM09UWXpNalkzT1RRNE9UY2xOMFFsTWtNbE1qSjBaWGgwUW14dlkyc2xNaklsTTBFbE5VSWxOVVFsTjBRbE1rTWxNako0Y0d4MmNXNXlhblpMTkRBNE1UWXdKVEl5SlROQkpUZENKVEl5YVdRbE1qSWxNMEVsTWpKNGNHeDJjVzV5YW5aTE5EQTRNVFl3SlRJeUpUSkRKVEl5Ym1GdFpTVXlNaVV6UVNVeU1teHBibXRsY2lVeU1pVXlReVV5TW5SbGVIUWxNaklsTTBFbE1qSWxNaklsTWtNbE1qSm5jbTkxY0NVeU1pVXpRU1V5TWlVeU1pVXlReVV5TW14cGJtdGxjbFI1Y0dVbE1qSWxNMEVsTWpKaWNtOXJaVzRsTWpJbE1rTWxNakp3YjJsdWRITWxNaklsTTBFbE5VSWxOMElsTWpKNEpUSXlKVE5CTkRVNExqWXdNREF3TmpFd016VXhOVFlsTWtNbE1qSjVKVEl5SlROQk16Z3lMalU1T1RrNU9EUTNOREV5TVRFbE4wUWxNa01sTjBJbE1qSjRKVEl5SlROQk5EVTRMall3TURBd05qRXdNelV4TlRZbE1rTWxNako1SlRJeUpUTkJNemd5TGpVNU9UazVPRFEzTkRFeU1URWxOMFFsTlVRbE1rTWxNakpzYjJOclpXUWxNaklsTTBGbVlXeHpaU1V5UXlVeU1tUmhkR0ZCZEhSeWFXSjFkR1Z6SlRJeUpUTkJKVFZDSlRWRUpUSkRKVEl5Y0hKdmNITWxNaklsTTBFbE4wSWxNako2YVc1a1pYZ2xNaklsTTBFeE1pVTNSQ1V5UXlVeU1teHBibVZUZEhsc1pTVXlNaVV6UVNVM1FpVXlNbXhwYm1WWGFXUjBhQ1V5TWlVelFURXVOU1UzUkNVeVF5VXlNbVp5YjIwbE1qSWxNMEVsTjBJbE1qSjRKVEl5SlROQk5EVTRMall3TURBd05qRXdNelV4TlRZbE1rTWxNako1SlRJeUpUTkJNell6TGpBNU9UazVPRFEzTkRFeU1URWxNa01sTWpKaGJtZHNaU1V5TWlVelFUUXVOekV5TXpnNE9UZ3dNemcwTmprbE1rTWxNakpwWkNVeU1pVXpRU1V5TWs1S1ZWSjZkWEZDZVhnek5UTTROallsTWpJbE4wUWxNa01sTWpKMGJ5VXlNaVV6UVNVM1FpVXlNbWxrSlRJeUpUTkJKVEl5YkdobVQwSkVhM1J4ZURjeE16YzNNeVV5TWlVeVF5VXlNbmdsTWpJbE0wRTBOVGd1TmpBd01EQTJNVEF6TlRFMU5pVXlReVV5TW5rbE1qSWxNMEUwTURJdU1EazVPVGs0TkRjME1USXhNU1V5UXlVeU1tRnVaMnhsSlRJeUpUTkJNUzQxTnpBM09UWXpNalkzT1RRNE9UY2xOMFFsTWtNbE1qSjBaWGgwUW14dlkyc2xNaklsTTBFbE5VSWxOVVFsTjBRbE1rTWxNakpSU0dsV2NXUm5Ta3hCT0RBMU1ETXhKVEl5SlROQkpUZENKVEl5YVdRbE1qSWxNMEVsTWpKUlNHbFdjV1JuU2t4Qk9EQTFNRE14SlRJeUpUSkRKVEl5Ym1GdFpTVXlNaVV6UVNVeU1teHBibXRsY2lVeU1pVXlReVV5TW5SbGVIUWxNaklsTTBFbE1qSWxNaklsTWtNbE1qSm5jbTkxY0NVeU1pVXpRU1V5TWlVeU1pVXlReVV5TW14cGJtdGxjbFI1Y0dVbE1qSWxNMEVsTWpKaWNtOXJaVzRsTWpJbE1rTWxNakp3YjJsdWRITWxNaklsTTBFbE5VSWxOMElsTWpKNEpUSXlKVE5CTmpNM0xqWXdNREF3TmpFd016VXhOVFlsTWtNbE1qSjVKVEl5SlROQk16Z3lMalU1T1RrNU9EUTNOREV5TVRFbE4wUWxNa01sTjBJbE1qSjRKVEl5SlROQk5qTTNMall3TURBd05qRXdNelV4TlRZbE1rTWxNako1SlRJeUpUTkJNemd5TGpVNU9UazVPRFEzTkRFeU1URWxOMFFsTlVRbE1rTWxNakpzYjJOclpXUWxNaklsTTBGbVlXeHpaU1V5UXlVeU1tUmhkR0ZCZEhSeWFXSjFkR1Z6SlRJeUpUTkJKVFZDSlRWRUpUSkRKVEl5Y0hKdmNITWxNaklsTTBFbE4wSWxNako2YVc1a1pYZ2xNaklsTTBFeE15VTNSQ1V5UXlVeU1teHBibVZUZEhsc1pTVXlNaVV6UVNVM1FpVXlNbXhwYm1WWGFXUjBhQ1V5TWlVelFURXVOU1UzUkNVeVF5VXlNbVp5YjIwbE1qSWxNMEVsTjBJbE1qSjRKVEl5SlROQk5qTTNMall3TURBd05qRXdNelV4TlRZbE1rTWxNako1SlRJeUpUTkJNell6TGpBNU9UazVPRFEzTkRFeU1URWxNa01sTWpKaGJtZHNaU1V5TWlVelFUUXVOekV5TXpnNE9UZ3dNemcwTmprbE1rTWxNakpwWkNVeU1pVXpRU1V5TWxWQ2VXZDJTR1ZTYmt3M05EWTJOVE1sTWpJbE4wUWxNa01sTWpKMGJ5VXlNaVV6UVNVM1FpVXlNbWxrSlRJeUpUTkJKVEl5UjFwblNHUkhjVVZ2V1RFNU5UYzJNQ1V5TWlVeVF5VXlNbmdsTWpJbE0wRTJNemN1TmpBd01EQTJNVEF6TlRFMU5pVXlReVV5TW5rbE1qSWxNMEUwTURJdU1EazVPVGs0TkRjME1USXhNU1V5UXlVeU1tRnVaMnhsSlRJeUpUTkJNUzQxTnpBM09UWXpNalkzT1RRNE9UY2xOMFFsTWtNbE1qSjBaWGgwUW14dlkyc2xNaklsTTBFbE5VSWxOVVFsTjBRbE1rTWxNakpDUm5ObmNVTlFZME5aTkRjeE1EVXhKVEl5SlROQkpUZENKVEl5YVdRbE1qSWxNMEVsTWpKQ1JuTm5jVU5RWTBOWk5EY3hNRFV4SlRJeUpUSkRKVEl5Ym1GdFpTVXlNaVV6UVNVeU1teHBibXRsY2lVeU1pVXlReVV5TW5SbGVIUWxNaklsTTBFbE1qSWxNaklsTWtNbE1qSm5jbTkxY0NVeU1pVXpRU1V5TWlVeU1pVXlReVV5TW14cGJtdGxjbFI1Y0dVbE1qSWxNMEVsTWpKaWNtOXJaVzRsTWpJbE1rTWxNakp3YjJsdWRITWxNaklsTTBFbE5VSWxOMElsTWpKNEpUSXlKVE5CTWpjNUxqWXdNREF3TmpFd016VXhOVFlsTWtNbE1qSjVKVEl5SlROQk5EYzFMalU1T1RrNU9EUTNOREV5TVRFbE4wUWxNa01sTjBJbE1qSjRKVEl5SlROQk1qYzVMall3TURBd05qRXdNelV4TlRZbE1rTWxNako1SlRJeUpUTkJORGMxTGpVNU9UazVPRFEzTkRFeU1URWxOMFFsTlVRbE1rTWxNakpzYjJOclpXUWxNaklsTTBGbVlXeHpaU1V5UXlVeU1tUmhkR0ZCZEhSeWFXSjFkR1Z6SlRJeUpUTkJKVFZDSlRWRUpUSkRKVEl5Y0hKdmNITWxNaklsTTBFbE4wSWxNako2YVc1a1pYZ2xNaklsTTBFeE9DVTNSQ1V5UXlVeU1teHBibVZUZEhsc1pTVXlNaVV6UVNVM1FpVXlNbXhwYm1WWGFXUjBhQ1V5TWlVelFURXVOU1UzUkNVeVF5VXlNbVp5YjIwbE1qSWxNMEVsTjBJbE1qSjRKVEl5SlROQk1qYzVMall3TURBd05qRXdNelV4TlRZbE1rTWxNako1SlRJeUpUTkJORFUyTGpBNU9UazVPRFEzTkRFeU1URWxNa01sTWpKaGJtZHNaU1V5TWlVelFUUXVOekV5TXpnNE9UZ3dNemcwTmprbE1rTWxNakpwWkNVeU1pVXpRU1V5TWtkRGIydFpUbXhvVjBrek9EZzFPREFsTWpJbE4wUWxNa01sTWpKMGJ5VXlNaVV6UVNVM1FpVXlNbWxrSlRJeUpUTkJKVEl5WTA5c1MwWmxWV0poVkRjM056YzJNeVV5TWlVeVF5VXlNbmdsTWpJbE0wRXlOemt1TmpBd01EQTJNVEF6TlRFMU5pVXlReVV5TW5rbE1qSWxNMEUwT1RVdU1EazVPVGs0TkRjME1USXhNU1V5UXlVeU1tRnVaMnhsSlRJeUpUTkJNUzQxTnpBM09UWXpNalkzT1RRNE9UY2xOMFFsTWtNbE1qSjBaWGgwUW14dlkyc2xNaklsTTBFbE5VSWxOVVFsTjBRbE1rTWxNakpsVEZKUWJVdGpaMlJrT0RnNU1ESXhKVEl5SlROQkpUZENKVEl5YVdRbE1qSWxNMEVsTWpKbFRGSlFiVXRqWjJSa09EZzVNREl4SlRJeUpUSkRKVEl5Ym1GdFpTVXlNaVV6UVNVeU1teHBibXRsY2lVeU1pVXlReVV5TW5SbGVIUWxNaklsTTBFbE1qSWxNaklsTWtNbE1qSm5jbTkxY0NVeU1pVXpRU1V5TWlVeU1pVXlReVV5TW14cGJtdGxjbFI1Y0dVbE1qSWxNMEVsTWpKaWNtOXJaVzRsTWpJbE1rTWxNakp3YjJsdWRITWxNaklsTTBFbE5VSWxOMElsTWpKNEpUSXlKVE5CTmpNM0xqWXdNREF3TmpFd016VXhOVFlsTWtNbE1qSjVKVEl5SlROQk5EYzFMalU1T1RrNU9EUTNOREV5TVRFbE4wUWxNa01sTjBJbE1qSjRKVEl5SlROQk5qTTNMall3TURBd05qRXdNelV4TlRZbE1rTWxNako1SlRJeUpUTkJORGMxTGpVNU9UazVPRFEzTkRFeU1URWxOMFFsTlVRbE1rTWxNakpzYjJOclpXUWxNaklsTTBGbVlXeHpaU1V5UXlVeU1tUmhkR0ZCZEhSeWFXSjFkR1Z6SlRJeUpUTkJKVFZDSlRWRUpUSkRKVEl5Y0hKdmNITWxNaklsTTBFbE4wSWxNako2YVc1a1pYZ2xNaklsTTBFeU1pVTNSQ1V5UXlVeU1teHBibVZUZEhsc1pTVXlNaVV6UVNVM1FpVXlNbXhwYm1WWGFXUjBhQ1V5TWlVelFURXVOU1UzUkNVeVF5VXlNbVp5YjIwbE1qSWxNMEVsTjBJbE1qSjRKVEl5SlROQk5qTTNMall3TURBd05qRXdNelV4TlRZbE1rTWxNako1SlRJeUpUTkJORFUyTGpBNU9UazVPRFEzTkRFeU1URWxNa01sTWpKaGJtZHNaU1V5TWlVelFUUXVOekV5TXpnNE9UZ3dNemcwTmprbE1rTWxNakpwWkNVeU1pVXpRU1V5TWtkYVowaGtSM0ZGYjFreE9UVTNOakFsTWpJbE4wUWxNa01sTWpKMGJ5VXlNaVV6UVNVM1FpVXlNbWxrSlRJeUpUTkJKVEl5WVcxRWNHVnlhWEpNZGpreU9USXlOeVV5TWlVeVF5VXlNbmdsTWpJbE0wRTJNemN1TmpBd01EQTJNVEF6TlRFMU5pVXlReVV5TW5rbE1qSWxNMEUwT1RVdU1EazVPVGs0TkRjME1USXhNU1V5UXlVeU1tRnVaMnhsSlRJeUpUTkJNUzQxTnpBM09UWXpNalkzT1RRNE9UY2xOMFFsTWtNbE1qSjBaWGgwUW14dlkyc2xNaklsTTBFbE5VSWxOVVFsTjBRbE4wUWxNa01sTWpKamIyMXRaVzUwY3lVeU1pVXpRU1UxUWlVMVJDVXlReVV5TW5Cc2RXZHBibk1sTWpJbE0wRWxOMElsTjBRbE1rTWxNakpoYVVOdmJuUmhhVzVsY25NbE1qSWxNMEVsTjBJbE4wUWxNa01sTWpKcGJuTmxjblJRWVdkbFQzQjBjeVV5TWlVelFTVTNRaVUzUkNVeVF5VXlNbkJ2YzNSUVlYbHRaVzUwSlRJeUpUTkJKVGRDSlRkRUpUSkRKVEl5ZEdobGJXVWxNaklsTTBFbE4wSWxNakp3WVdkbEpUSXlKVE5CSlRkQ0pUSXlZbUZqYTJkeWIzVnVaRU52Ykc5eUpUSXlKVE5CSlRJeWRISmhibk53WVhKbGJuUWxNaklsTjBRbE4wUWxOMFE9IiwKCSJGaWxlSWQiIDogIjFkZDZlZTMyLWMxNTktNDc5Mi05NDJhLTAzMjY4OTA2OTlmMSIKfQo="/>
    </extobj>
    <extobj name="E657119C-6982-421D-8BA7-E74DEB70A7D9-3">
      <extobjdata type="E657119C-6982-421D-8BA7-E74DEB70A7D9" data="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eE9UWWxNa01sTWpKemFHOTNSM0pwWkNVeU1pVXpRWFJ5ZFdVbE1rTWxNakp5YVdOb1ZHVjRkQ1V5TWlVelFYUnlkV1VsTWtNbE1qSm9aV2xuYUhRbE1qSWxNMEV4TURBd0pUZEVKVEpESlRJeVpXeGxiV1Z1ZEhNbE1qSWxNMEVsTjBJbE1qSktaSFpvYlZWUWFFWmpOalV4TVRnMUpUSXlKVE5CSlRkQ0pUSXlhV1FsTWpJbE0wRWxNakpLWkhab2JWVlFhRVpqTmpVeE1UZzF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sVlhSVkIzYzJ0cFZrY3hOamcxTURrbE1qSWxOMFFsTWtNbE4wSWxNakp1WVcxbEpUSXlKVE5CSlRJeUpVVTFKVGt3SlRoRUpVVTNKVUUzSlVJd0pUSXlKVEpESlRJeWRIbHdaU1V5TWlVelFTVXlNbk4wY21sdVp5VXlNaVV5UXlVeU1uWmhiSFZsSlRJeUpUTkJKVEl5SlRJeUpUSkRKVEl5WTJGMFpXZHZjbmtsTWpJbE0wRWxNakprWldaaGRXeDBKVEl5SlRKREpUSXlhV1FsTWpJbE0wRWxNakpRWmtoVFNGSkJTSEI2TXpRMU5EUXd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VJWcE1aa0oyWVhOR1NqWTROekUxTVNVeU1pVTNSQ1V5UXlVM1FpVXlNbTVoYldVbE1qSWxNMEVsTWpJbFJUZ2xRa1lsT1VVbFJUWWxPRVVsUVRVbE1qSWxNa01sTWpKMGVYQmxKVEl5SlROQkpUSXliR2x1YXlVeU1pVXlReVV5TW5aaGJIVmxKVEl5SlROQkpUSXlKVEl5SlRKREpUSXlZMkYwWldkdmNua2xNaklsTTBFbE1qSmtaV1poZFd4MEpUSXlKVEpESlRJeWFXUWxNaklsTTBFbE1qSlZjRTVwYVhoWVZWQkhNekk1T1RVNEpUSXlKVGRFSlRKREpUZENKVEl5Ym1GdFpTVXlNaVV6UVNVeU1pVkZOQ1ZDUlNWQ1JpVkZOeVZCUXlWQ1FTVXlNaVV5UXlVeU1uUjVjR1VsTWpJbE0wRWxNakp6ZEhKcGJtY2xNaklsTWtNbE1qSjJZV3gxWlNVeU1pVXpRU1V5TWlVeU1pVXlReVV5TW1OaGRHVm5iM0o1SlRJeUpUTkJKVEl5WkdWbVlYVnNkQ1V5TWlVeVF5VXlNbWxrSlRJeUpUTkJKVEl5WkZWelVYaDRWMVY0V1RBM01qazVPQ1V5TWlVM1JDVTFSQ1V5UXlVeU1uQnliM0J6SlRJeUpUTkJKVGRDSlRJeWVDVXlNaVV6UVRNMk5DNDJNREF3TURZeE1ETTFNVFUySlRKREpUSXllU1V5TWlVelFUSTJPQzR3T1RrNU9UZzBOelF4TWpFeEpUSkRKVEl5ZHlVeU1pVXpRVGsySlRKREpUSXlhQ1V5TWlVelFUVTBKVEpESlRJeWVtbHVaR1Y0SlRJeUpUTkJNU1V5UXlVeU1tRnVaMnhsSlRJeUpUTkJNQ1UzUkNVeVF5VXlNbk5vWVhCbFUzUjViR1VsTWpJbE0wRWxOMElsTWpKaGJIQm9ZU1V5TWlVelFURWxOMFFsTWtNbE1qSnNhVzVsVTNSNWJHVWxNaklsTTBFbE4wSWxNakpzYVc1bFYybGtkR2dsTWpJbE0wRXhMalVsTjBRbE1rTWxNakptYVd4c1UzUjViR1VsTWpJbE0wRWxOME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TNSQ1V5UXlVeU1uUmxlSFJDYkc5amF5VXlNaVV6UVNVMVFpVTNRaVV5TW5CdmMybDBhVzl1SlRJeUpUTkJKVGRDSlRJeWVDVXlNaVV6UVRFd0pUSkRKVEl5ZVNVeU1pVXpRVEFsTWtNbE1qSjNKVEl5SlROQkpUSXlkeTB5TUNVeU1pVXlReVV5TW1nbE1qSWxNMEVsTWpKb0pUSXlKVGRFSlRKREpUSXlkR1Y0ZENVeU1pVXpRU1V5TWpFd0pVVTRKVUpHSlRsQ0pVVTFKVGc0SlVJMlIxSkNKVVUxSlRnd0pVSkR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VYzSlpVbVphYWtGRmJEQXlNakUyT0NVeU1pVXpRU1UzUWlVeU1tbGtKVEl5SlROQkpUSXlWM0paVW1aYWFrRkZiREF5TWpFMk9DVXlNaVV5UXlVeU1tNWhiV1VsTWpJbE0wRWxNakp5WldOMFlXNW5iR1VsTWpJbE1rTWxNakowYVhSc1pTVXlNaVV6UVNVeU1pVkZOeVU1UmlWQk9TVkZOU1ZDUkNWQk1pVXlNaVV5UXlVeU1tTmhkR1ZuYjNKNUpUSXlKVE5CSlRJeVltRnphV01sTWpJbE1rTWxNakpuY205MWNDVXlNaVV6UVNVeU1pVXlNaVV5UXlVeU1tZHliM1Z3VG1GdFpTVXlNaVV6UVc1MWJHd2xNa01sTWpKc2IyTnJaV1FsTWpJbE0wRm1ZV3h6WlNVeVF5VXlNbXhwYm1zbE1qSWxNMEVsTWpJbE1qSWxNa01sTWpKamFHbHNaSEpsYmlVeU1pVXpRU1UxUWlVMVJDVXlReVV5TW5CaGNtVnVkQ1V5TWlVelFTVXlNaVV5TWlVeVF5VXlNbkpsYzJsNlpVUnBjaVV5TWlVelFTVTFRaVV5TW5Sc0pUSXlKVEpESlRJeWRISWxNaklsTWtNbE1qSmljaVV5TWlVeVF5VXlNbUpzSlRJeUpUSkRKVEl5YkNVeU1pVXlReVV5TW5RbE1qSWxNa01sTWpKeUpUSXlKVEpESlRJeVlpVXlNaVUxUkNVeVF5VXlNbUYwZEhKcFluVjBaU1V5TWlVelFTVTNRaVV5TW1OdmJuUmhhVzVsY2lVeU1pVXpRV1poYkhObEpUSkRKVEl5ZG1semFXSnNaU1V5TWlVelFYUnlkV1VsTWtNbE1qSnliM1JoZEdGaWJHVWxNaklsTTBGMGNuVmxKVEpESlRJeWJHbHVhMkZpYkdVbE1qSWxNMEYwY25WbEpUSkRKVEl5WTI5c2JHRndjMkZpYkdVbE1qSWxNMEZtWVd4elpTVXlReVV5TW1OdmJHeGhjSE5sWkNVeU1pVXpRV1poYkhObEpUSkRKVEl5Wm1sNFpXUk1hVzVySlRJeUpUTkJabUZzYzJVbE1rTWxNakp0WVhKclpYSlBabVp6WlhRbE1qSWxNMEUxSlRkRUpUSkRKVEl5WkdGMFlVRjBkSEpwWW5WMFpYTWxNaklsTTBFbE5VSWxOMElsTWpKdVlXMWxKVEl5SlROQkpUSXlKVVUxSlVKQkpUaEdKVVUxSlRoR0pVSTNKVEl5SlRKREpUSXlkSGx3WlNVeU1pVXpRU1V5TW01MWJXSmxjaVV5TWlVeVF5VXlNblpoYkhWbEpUSXlKVE5CSlRJeUpUSXlKVEpESlRJeVkyRjBaV2R2Y25rbE1qSWxNMEVsTWpKa1pXWmhkV3gwSlRJeUpUSkRKVEl5YVdRbE1qSWxNMEVsTWpKcVZWaFVka1owZFhSc05qUTNOVEF3SlRJeUpUZEVKVEpESlRkQ0pUSXlibUZ0WlNVeU1pVXpRU1V5TWlWRk5TVTVNQ1U0UkNWRk55VkJOeVZDTUNVeU1pVXlReVV5TW5SNWNHVWxNaklsTTBFbE1qSnpkSEpwYm1jbE1qSWxNa01sTWpKMllXeDFaU1V5TWlVelFTVXlNaVV5TWlVeVF5VXlNbU5oZEdWbmIzSjVKVEl5SlROQkpUSXlaR1ZtWVhWc2RDVXlNaVV5UXlVeU1tbGtKVEl5SlROQkpUSXlSRTFOVEdORlZXRkdVVGt6T1RjeU1TVXlNaVUzUkNVeVF5VTNRaVV5TW01aGJXVWxNaklsTTBFbE1qSWxSVFlsT0RrbE9EQWxSVFlsT1VNbE9Ea2xSVGdsT0RBbE9EVWxNaklsTWtNbE1qSjBlWEJsSlRJeUpUTkJKVEl5YzNSeWFXNW5KVEl5SlRKREpUSXlkbUZzZFdVbE1qSWxNMEVsTWpJbE1qSWxNa01sTWpKallYUmxaMjl5ZVNVeU1pVXpRU1V5TW1SbFptRjFiSFFsTWpJbE1rTWxNakpwWkNVeU1pVXpRU1V5TWxKSGJteE1kMEpMYW1JeU5qTXpOREVsTWpJbE4wUWxNa01sTjBJbE1qSnVZVzFsSlRJeUpUTkJKVEl5SlVVNEpVSkdKVGxGSlVVMkpUaEZKVUUxSlRJeUpUSkRKVEl5ZEhsd1pTVXlNaVV6UVNVeU1teHBibXNsTWpJbE1rTWxNakoyWVd4MVpTVXlNaVV6UVNVeU1pVXlNaVV5UXlVeU1tTmhkR1ZuYjNKNUpUSXlKVE5CSlRJeVpHVm1ZWFZzZENVeU1pVXlReVV5TW1sa0pUSXlKVE5CSlRJeVJrUldSSFJSVG1acVdqZzRPVFUwTkNVeU1pVTNSQ1V5UXlVM1FpVXlNbTVoYldVbE1qSWxNMEVsTWpJbFJUUWxRa1VsUWtZbFJUY2xRVU1sUWtFbE1qSWxNa01sTWpKMGVYQmxKVEl5SlROQkpUSXljM1J5YVc1bkpUSXlKVEpESlRJeWRtRnNkV1VsTWpJbE0wRWxNaklsTWpJbE1rTWxNakpqWVhSbFoyOXllU1V5TWlVelFTVXlNbVJsWm1GMWJIUWxNaklsTWtNbE1qSnBaQ1V5TWlVelFTVXlNbHBFZUhkTFpYVlFjWEl3TVRJMU1qQWxNaklsTjBRbE5VUWxNa01sTWpKd2NtOXdjeVV5TWlVelFTVTNRaVV5TW5nbE1qSWxNMEUwT1RjdU5qQXdNREEyTVRBek5URTFOaVV5UXlVeU1ua2xNaklsTTBFeU5qZ3VNRGs1T1RrNE5EYzBNVEl4TVNVeVF5VXlNbmNsTWpJbE0wRTVOaVV5UXlVeU1tZ2xNaklsTTBFMU5DVXlReVV5TW5wcGJtUmxlQ1V5TWlVelFUSWxNa01sTWpKaGJtZHNaU1V5TWlVelFUQWxOMFFsTWtNbE1qSnphR0Z3WlZOMGVXeGxKVEl5SlROQkpUZENKVEl5WVd4d2FHRWxNaklsTTBFeEpUZEVKVEpESlRJeWJHbHVaVk4wZVd4bEpUSXlKVE5CSlRkQ0pUSXliR2x1WlZkcFpIUm9KVEl5SlROQk1TNDFKVGRFSlRKREpUSXlabWxzYkZOMGVXeGxKVEl5SlROQkpUZENKVGRFSlRKREpUSXlkR2hsYldVbE1qSWxNMEVsTjBJbE4wUWxNa01sTWpKd1lYUm9KVEl5SlROQkpUVkNKVGRD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4wUWxNa01sTWpKMFpYaDBRbXh2WTJzbE1qSWxNMEVsTlVJbE4wSWxNakp3YjNOcGRHbHZiaVV5TWlVelFTVTNRaVV5TW5nbE1qSWxNMEV4TUNVeVF5VXlNbmtsTWpJbE0wRXdKVEpESlRJeWR5VXlNaVV6UVNVeU1uY3RNakFsTWpJbE1rTWxNakpvSlRJeUpUTkJKVEl5YUNVeU1pVTNSQ1V5UXlVeU1uUmxlSFFsTWpJbE0wRWxNakl5TkNWRk5DVkNSQ1U0UkNWRk5DVkNRU1U0UXlWRk9DVkNSaVU1UWlWRk5TVTRPQ1ZDTmlWRk5pVTVOU1ZDTUNWRk5TVTRNQ1ZDUXl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bHBzZW1wRWRGSjJaRU00TlRBek1EQWxNaklsTTBFbE4wSWxNakpwWkNVeU1pVXpRU1V5TWxwc2VtcEVkRkoyWkVNNE5UQXpNREFsTWpJbE1rTWxNakp1WVcxbEpUSXlKVE5CSlRJeWNtVmpkR0Z1WjJ4bEpUSXlKVEpESlRJeWRHbDBiR1VsTWpJbE0wRWxNak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iMmxsUkhONGNuTmpkRGd3T0RNME5DVXlNaVUzUkNVeVF5VTNRaVV5TW01aGJXVWxNaklsTTBFbE1qSWxSVFVsT1RBbE9FUWxSVGNsUVRjbFFqQWxNaklsTWtNbE1qSjBlWEJsSlRJeUpUTkJKVEl5YzNSeWFXNW5KVEl5SlRKREpUSXlkbUZzZFdVbE1qSWxNMEVsTWpJbE1qSWxNa01sTWpKallYUmxaMjl5ZVNVeU1pVXpRU1V5TW1SbFptRjFiSFFsTWpJbE1rTWxNakpwWkNVeU1pVXpRU1V5TW14Q2NIZHpjMEpPVVhnMk16YzJNRE1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nZUbkY0WmxaalVuWjRPVFkwT1RFd0pUSXlKVGRFSlRKREpUZENKVEl5Ym1GdFpTVXlNaVV6UVNVeU1pVkZPQ1ZDUmlVNVJTVkZOaVU0UlNWQk5TVXlNaVV5UXlVeU1uUjVjR1VsTWpJbE0wRWxNakpzYVc1ckpUSXlKVEpESlRJeWRtRnNkV1VsTWpJbE0wRWxNaklsTWpJbE1rTWxNakpqWVhSbFoyOXllU1V5TWlVelFTVXlNbVJsWm1GMWJIUWxNaklsTWtNbE1qSnBaQ1V5TWlVelFTVXlNbXRvV0ZSbmFGTklVRll6TXpVNE1qSWxNaklsTjBRbE1rTWxOMElsTWpKdVlXMWxKVEl5SlROQkpUSXlKVVUwSlVKRkpVSkdKVVUzSlVGREpVSkJKVEl5SlRKREpUSXlkSGx3WlNVeU1pVXpRU1V5TW5OMGNtbHVaeVV5TWlVeVF5VXlNblpoYkhWbEpUSXlKVE5CSlRJeUpUSXlKVEpESlRJeVkyRjBaV2R2Y25rbE1qSWxNMEVsTWpKa1pXWmhkV3gwSlRJeUpUSkRKVEl5YVdRbE1qSWxNMEVsTWpKbFpXbHhZMGxXVTFkck9URTFOalF5SlRJeUpUZEVKVFZFSlRKREpUSXljSEp2Y0hNbE1qSWxNMEVsTjBJbE1qSjRKVEl5SlROQk5qTXdMall3TURBd05qRXdNelV4TlRZbE1rTWxNako1SlRJeUpUTkJNalk0TGpBNU9UazVPRFEzTkRFeU1URWxNa01sTWpKM0pUSXlKVE5CT1RZbE1rTWxNakpvSlRJeUpUTkJOVFFsTWtNbE1qSjZhVzVrWlhnbE1qSWxNMEV6SlRKREpUSXlZVzVuYkdVbE1qSWxNMEV3SlRkRUpUSkRKVEl5YzJoaGNHVlRkSGxzWlNVeU1pVXpRU1UzUWlVeU1tRnNjR2hoSlRJeUpUTkJNU1UzUkNVeVF5VXlNbXhwYm1WVGRIbHNaU1V5TWlVelFTVTNRaVV5TW14cGJtVlhhV1IwYUNVeU1pVXpRVEV1TlNVM1JDVXlReVV5TW1acGJHeFRkSGxzWlNVeU1pVXpRU1UzUWlVM1JDVXlReVV5TW5Sb1pXMWxKVEl5SlROQkpUZENKVGRFSlRKREpUSXljR0YwYUNVeU1pVXpRU1UxUWlVM1Fp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GRFSlRKREpUSXlkR1Y0ZEVKc2IyTnJKVEl5SlROQkpUVkNKVGRDSlRJeWNHOXphWFJwYjI0bE1qSWxNMEVsTjBJbE1qSjRKVEl5SlROQk1UQWxNa01sTWpKNUpUSXlKVE5CTUNVeVF5VXlNbmNsTWpJbE0wRWxNakozTFRJd0pUSXlKVEpESlRJeWFDVXlNaVV6UVNVeU1tZ2xNaklsTjBRbE1rTWxNakowWlhoMEpUSXlKVE5CSlRJeUpVVTFKVUl3SlRnMk1DVkZSaVZDUXlVNFF6RWxSVGdsUWtRbFFVTWxSVFlsT0VRbFFUSWxSVFlsT0RnbE9UQWxSVFVsUVVZbFFqa2xSVFVsUWtFbE9UUkRRMUlsUlRVbE9EQWxRa01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ndabk4wYTFCcWRucFVPVGMxTURJeEpUSXlKVE5CSlRkQ0pUSXlhV1FsTWpJbE0wRWxNakp3Wm5OMGExQnFkbnBVT1RjMU1ESXh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rMTJWM1pOUmxGMlNIRXdOVEV3T1RnbE1qSWxOMFFsTWtNbE4wSWxNakp1WVcxbEpUSXlKVE5CSlRJeUpVVTFKVGt3SlRoRUpVVTNKVUUzSlVJd0pUSXlKVEpESlRJeWRIbHdaU1V5TWlVelFTVXlNbk4wY21sdVp5VXlNaVV5UXlVeU1uWmhiSFZsSlRJeUpUTkJKVEl5SlRJeUpUSkRKVEl5WTJGMFpXZHZjbmtsTWpJbE0wRWxNakprWldaaGRXeDBKVEl5SlRKREpUSXlhV1FsTWpJbE0wRWxNakphUVdwelRHeDBaVWw2TnpJNU16azF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VQyNXRSV1ZtZW1wdFREQXhPVEl3T1NVeU1pVTNSQ1V5UXlVM1FpVXlNbTVoYldVbE1qSWxNMEVsTWpJbFJUZ2xRa1lsT1VVbFJUWWxPRVVsUVRVbE1qSWxNa01sTWpKMGVYQmxKVEl5SlROQkpUSXliR2x1YXlVeU1pVXlReVV5TW5aaGJIVmxKVEl5SlROQkpUSXlKVEl5SlRKREpUSXlZMkYwWldkdmNua2xNaklsTTBFbE1qSmtaV1poZFd4MEpUSXlKVEpESlRJeWFXUWxNaklsTTBFbE1qSnFiMjl6UmtKeGFtbEpPVFkwTXpjMUpUSXlKVGRFSlRKREpUZENKVEl5Ym1GdFpTVXlNaVV6UVNVeU1pVkZOQ1ZDUlNWQ1JpVkZOeVZCUXlWQ1FTVXlNaVV5UXlVeU1uUjVjR1VsTWpJbE0wRWxNakp6ZEhKcGJtY2xNaklsTWtNbE1qSjJZV3gxWlNVeU1pVXpRU1V5TWlVeU1pVXlReVV5TW1OaGRHVm5iM0o1SlRJeUpUTkJKVEl5WkdWbVlYVnNkQ1V5TWlVeVF5VXlNbWxrSlRJeUpUTkJKVEl5ZVdaTVZsZFZiM056Y3pReU56STROU1V5TWlVM1JDVTFSQ1V5UXlVeU1uQnliM0J6SlRJeUpUTkJKVGRDSlRJeWVDVXlNaVV6UVRZek1DNDJNREF3TURZeE1ETTFNVFUySlRKREpUSXllU1V5TWlVelFUTTBPUzQxT1RrNU9UZzBOelF4TWpFeEpUSkRKVEl5ZHlVeU1pVXpRVGsySlRKREpUSXlhQ1V5TWlVelFUVTBKVEpESlRJeWVtbHVaR1Y0SlRJeUpUTkJOQ1V5UXlVeU1tRnVaMnhsSlRJeUpUTkJNQ1UzUkNVeVF5VXlNbk5vWVhCbFUzUjViR1VsTWpJbE0wRWxOMElsTWpKaGJIQm9ZU1V5TWlVelFURWxOMFFsTWtNbE1qSnNhVzVsVTNSNWJHVWxNaklsTTBFbE4wSWxNakpzYVc1bFYybGtkR2dsTWpJbE0wRXhMalVsTjBRbE1rTWxNakptYVd4c1UzUjViR1VsTWpJbE0wRWxOME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TNSQ1V5UXlVeU1uUmxlSFJDYkc5amF5VXlNaVV6UVNVMVFpVTNRaVV5TW5CdmMybDBhVzl1SlRJeUpUTkJKVGRDSlRJeWVDVXlNaVV6UVRFd0pUSkRKVEl5ZVNVeU1pVXpRVEFsTWtNbE1qSjNKVEl5SlROQkpUSXlkeTB5TUNVeU1pVXlReVV5TW1nbE1qSWxNMEVsTWpKb0pUSXlKVGRFSlRKREpUSXlkR1Y0ZENVeU1pVXpRU1V5TWlWRk5TVkJSQ1U1T0NWRk5TVTROU1ZCTlNWRk55VkNReVU1TXlWRk5TVkJSQ1U1T0NWRk5pVTVOU1ZDTUNWRk55VkNRaVU0TkN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a1pZVDNab1MxcFZSV00zTURnM09Ea2xNaklsTTBFbE4wSWxNakpwWkNVeU1pVXpRU1V5TWtaWVQzWm9TMXBWUldNM01EZzNPRGtsTWpJbE1rTWxNakp1WVcxbEpUSXlKVE5CSlRJeWNtVmpkR0Z1WjJ4bEpUSXlKVEpESlRJeWRHbDBiR1VsTWpJbE0wRWxNak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SSEJEWlUxWGRubE9WekkwTlRRNU5DVXlNaVUzUkNVeVF5VTNRaVV5TW01aGJXVWxNaklsTTBFbE1qSWxSVFVsT1RBbE9FUWxSVGNsUVRjbFFqQWxNaklsTWtNbE1qSjBlWEJsSlRJeUpUTkJKVEl5YzNSeWFXNW5KVEl5SlRKREpUSXlkbUZzZFdVbE1qSWxNMEVsTWpJbE1qSWxNa01sTWpKallYUmxaMjl5ZVNVeU1pVXpRU1V5TW1SbFptRjFiSFFsTWpJbE1rTWxNakpwWkNVeU1pVXpRU1V5TWtWeFZXcE5kV2RvVTNFNU1qYzBPRGt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kZXVWx6VVdGQ1JraDFOekV4TXpZd0pUSXlKVGRFSlRKREpUZENKVEl5Ym1GdFpTVXlNaVV6UVNVeU1pVkZPQ1ZDUmlVNVJTVkZOaVU0UlNWQk5TVXlNaVV5UXlVeU1uUjVjR1VsTWpJbE0wRWxNakpzYVc1ckpUSXlKVEpESlRJeWRtRnNkV1VsTWpJbE0wRWxNaklsTWpJbE1rTWxNakpqWVhSbFoyOXllU1V5TWlVelFTVXlNbVJsWm1GMWJIUWxNaklsTWtNbE1qSnBaQ1V5TWlVelFTVXlNa3RTUWtGaFkyaEpWMGM0TnpZeE56WWxNaklsTjBRbE1rTWxOMElsTWpKdVlXMWxKVEl5SlROQkpUSXlKVVUwSlVKRkpVSkdKVVUzSlVGREpVSkJKVEl5SlRKREpUSXlkSGx3WlNVeU1pVXpRU1V5TW5OMGNtbHVaeVV5TWlVeVF5VXlNblpoYkhWbEpUSXlKVE5CSlRJeUpUSXlKVEpESlRJeVkyRjBaV2R2Y25rbE1qSWxNMEVsTWpKa1pXWmhkV3gwSlRJeUpUSkRKVEl5YVdRbE1qSWxNMEVsTWpKbGNrWlpUVzFwVDBkdU1EWTBNVEF4SlRJeUpUZEVKVFZFSlRKREpUSXljSEp2Y0hNbE1qSWxNMEVsTjBJbE1qSjRKVEl5SlROQk5EazNMall3TURBd05qRXdNelV4TlRZbE1rTWxNako1SlRJeUpUTkJNelE1TGpVNU9UazVPRFEzTkRFeU1URWxNa01sTWpKM0pUSXlKVE5CT1RZbE1rTWxNakpvSlRJeUpUTkJOVFFsTWtNbE1qSjZhVzVrWlhnbE1qSWxNMEUxSlRKREpUSXlZVzVuYkdVbE1qSWxNMEV3SlRkRUpUSkRKVEl5YzJoaGNHVlRkSGxzWlNVeU1pVXpRU1UzUWlVeU1tRnNjR2hoSlRJeUpUTkJNU1UzUkNVeVF5VXlNbXhwYm1WVGRIbHNaU1V5TWlVelFTVTNRaVV5TW14cGJtVlhhV1IwYUNVeU1pVXpRVEV1TlNVM1JDVXlReVV5TW1acGJHeFRkSGxzWlNVeU1pVXpRU1UzUWlVM1JDVXlReVV5TW5Sb1pXMWxKVEl5SlROQkpUZENKVGRFSlRKREpUSXljR0YwYUNVeU1pVXpRU1UxUWlVM1Fp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GRFSlRKREpUSXlkR1Y0ZEVKc2IyTnJKVEl5SlROQkpUVkNKVGRDSlRJeWNHOXphWFJwYjI0bE1qSWxNMEVsTjBJbE1qSjRKVEl5SlROQk1UQWxNa01sTWpKNUpUSXlKVE5CTUNVeVF5VXlNbmNsTWpJbE0wRWxNakozTFRJd0pUSXlKVEpESlRJeWFDVXlNaVV6UVNVeU1tZ2xNaklsTjBRbE1rTWxNakowWlhoMEpUSXlKVE5CSlRJeVJFMUJKVVUxSlVJd0pUZzJKVVUySlRrMUpVSXdKVVUySlRoRUpVRkZKVVUySlRrd0pVRkRKVVUxSlRnMUpVRTFRME5T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jRWxhUm05WloxWkZiVFk1TVRVd05TVXlNaVV6UVNVM1FpVXlNbWxrSlRJeUpUTkJKVEl5Y0VsYVJtOVpaMVpGYlRZNU1UVXdOU1V5TWlVeVF5VXlNbTVoYldVbE1qSWxNMEVsTWpKeVpXTjBZVzVuYkdVbE1qSWxNa01sTWpKMGFYUnNaU1V5TWlVelFTVXl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lFiRWRYZDFseVIwMU5Nak14TkRRMkpUSXlKVGRFSlRKREpUZENKVEl5Ym1GdFpTVXlNaVV6UVNVeU1pVkZOU1U1TUNVNFJDVkZOeVZCTnlWQ01DVXlNaVV5UXlVeU1uUjVjR1VsTWpJbE0wRWxNakp6ZEhKcGJtY2xNaklsTWtNbE1qSjJZV3gxWlNVeU1pVXpRU1V5TWlVeU1pVXlReVV5TW1OaGRHVm5iM0o1SlRJeUpUTkJKVEl5WkdWbVlYVnNkQ1V5TWlVeVF5VXlNbWxrSlRJeUpUTkJKVEl5YTJWdFpFZGxWM0paYkRjNE5qQXlNeV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sVkhkbFJFUTJoRVdtYzVNRGsxTWprbE1qSWxOMFFsTWtNbE4wSWxNakp1WVcxbEpUSXlKVE5CSlRJeUpVVTRKVUpHSlRsRkpVVTJKVGhGSlVFMUpUSXlKVEpESlRJeWRIbHdaU1V5TWlVelFTVXlNbXhwYm1zbE1qSWxNa01sTWpKMllXeDFaU1V5TWlVelFTVXlNaVV5TWlVeVF5VXlNbU5oZEdWbmIzSjVKVEl5SlROQkpUSXlaR1ZtWVhWc2RDVXlNaVV5UXlVeU1tbGtKVEl5SlROQkpUSXlSWGxtVm1SMVVHWlpWakUzTWpRM01DVXlNaVUzUkNVeVF5VTNRaVV5TW01aGJXVWxNaklsTTBFbE1qSWxSVFFsUWtVbFFrWWxSVGNsUVVNbFFrRWxNaklsTWtNbE1qSjBlWEJsSlRJeUpUTkJKVEl5YzNSeWFXNW5KVEl5SlRKREpUSXlkbUZzZFdVbE1qSWxNMEVsTWpJbE1qSWxNa01sTWpKallYUmxaMjl5ZVNVeU1pVXpRU1V5TW1SbFptRjFiSFFsTWpJbE1rTWxNakpwWkNVeU1pVXpRU1V5TW1KUWRscG1aM0phVEVZM016Y3pOVGNsTWpJbE4wUWxOVVFsTWtNbE1qSndjbTl3Y3lVeU1pVXpRU1UzUWlVeU1uZ2xNaklsTTBFek5qUXVOakF3TURBMk1UQXpOVEUxTmlVeVF5VXlNbmtsTWpJbE0wRXpORGt1TlRrNU9UazRORGMwTVRJeE1TVXlReVV5TW5jbE1qSWxNMEU1TmlVeVF5VXlNbWdsTWpJbE0wRTFOQ1V5UXlVeU1ucHBibVJsZUNVeU1pVXpRVFlsTWtNbE1qSmhibWRzWlNVeU1pVXpRVEFsTjBRbE1rTWxNakp6YUdGd1pWTjBlV3hsSlRJeUpUTkJKVGRDSlRJeVlXeHdhR0VsTWpJbE0wRXhKVGRFSlRKREpUSXliR2x1WlZOMGVXeGxKVEl5SlROQkpUZENKVEl5YkdsdVpWZHBaSFJvSlRJeUpUTkJNUzQxSlRkRUpUSkRKVEl5Wm1sc2JGTjBlV3hsSlRJeUpUTkJKVGRDSlRkRUpUSkRKVEl5ZEdobGJXVWxNaklsTTBFbE4wSWxOMFFsTWtNbE1qSndZWFJvSlRJeUpUTkJKVFZDSlRkQ0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OMFFsTWtNbE1qSjBaWGgwUW14dlkyc2xNaklsTTBFbE5VSWxOMElsTWpKd2IzTnBkR2x2YmlVeU1pVXpRU1UzUWlVeU1uZ2xNaklsTTBFeE1DVXlReVV5TW5rbE1qSWxNMEV3SlRKREpUSXlkeVV5TWlVelFTVXlNbmN0TWpBbE1qSWxNa01sTWpKb0pUSXlKVE5CSlRJeWFDVXlNaVUzUkNVeVF5VXlNblJsZUhRbE1qSWxNMEVsTWpKUVYwMGxSVGdsUWtVbE9UTWxSVFVsT0RjbFFrRWxSVFVsUVVZbFFqa2xSVFVsUWtFbE9UUWxSVFFsUWtZbFFURWxSVFVsT0VZbFFqY2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R1FsTldZMmxFVm5wbk5qazBNakUySlRJeUpUTkJKVGRDSlRJeWFXUWxNaklsTTBFbE1qSkdRbE5XWTJsRVZucG5OamswTWpFMkpUSXlKVEpESlRJeWJtRnRaU1V5TWlVelFTVXlNbkpsWTNSaGJtZHNaU1V5TWlVeVF5VXlNblJwZEd4bEpUSXlKVE5CSlRJeUpVVTNKVGxHSlVFNUpVVTFKVUpFSlVFeUpUSXlKVEpESlRJeVkyRjBaV2R2Y25rbE1qSWxNMEVsTWpKaVlYTnBZeVV5TWlVeVF5VXlNbWR5YjNWd0pUSXlKVE5CSlRJeUpUSXlKVEpESlRJeVozSnZkWEJPWVcxbEpUSXlKVE5CYm5Wc2JDVXlReVV5TW14dlkydGxaQ1V5TWlVelFXWmhiSE5sSlRKREpUSXliR2x1YXlVeU1pVXpRU1V5TWlVeU1pVXlReVV5TW1Ob2FXeGtjbVZ1SlRJeUpUTkJKVFZDSlRWRUpUSkRKVEl5Y0dGeVpXNTBKVEl5SlROQkpUSXlKVEl5SlRKREpUSXljbVZ6YVhwbFJHbHlKVEl5SlROQkpUVkNKVEl5ZEd3bE1qSWxNa01sTWpKMGNpVXlNaVV5UXlVeU1tSnlKVEl5SlRKREpUSXlZbXdsTWpJbE1rTWxNakpzSlRJeUpUSkRKVEl5ZENVeU1pVXlReVV5TW5JbE1qSWxNa01sTWpKaUpUSXlKVFZFSlRKREpUSXlZWFIwY21saWRYUmxKVEl5SlROQkpUZENKVEl5WTI5dWRHRnBibVZ5SlRJeUpUTkJabUZzYzJVbE1rTWxNakoyYVhOcFlteGxKVEl5SlROQmRISjFaU1V5UXlVeU1uSnZkR0YwWVdKc1pTVXlNaVV6UVhSeWRXVWxNa01sTWpKc2FXNXJZV0pzWlNVeU1pVXpRWFJ5ZFdVbE1rTWxNakpqYjJ4c1lYQnpZV0pzWlNVeU1pVXpRV1poYkhObEpUSkRKVEl5WTI5c2JHRndjMlZrSlRJeUpUTkJabUZzYzJVbE1rTWxNakptYVhobFpFeHBibXNsTWpJbE0wRm1ZV3h6WlNVeVF5VXlNbTFoY210bGNrOW1abk5sZENVeU1pVXpRVFVsTjBRbE1rTWxNakprWVhSaFFYUjBjbWxpZFhSbGN5VXlNaVV6UVNVMVFpVTNRaVV5TW01aGJXVWxNaklsTTBFbE1qSWxSVFVsUWtFbE9FWWxSVFVsT0VZbFFqY2xNaklsTWtNbE1qSjBlWEJsSlRJeUpUTkJKVEl5Ym5WdFltVnlKVEl5SlRKREpUSXlkbUZzZFdVbE1qSWxNMEVsTWpJbE1qSWxNa01sTWpKallYUmxaMjl5ZVNVeU1pVXpRU1V5TW1SbFptRjFiSFFsTWpJbE1rTWxNakpwWkNVeU1pVXpRU1V5TW1ObmNrTmlWMnBCUWxrME9UZ3dNalVsTWpJbE4wUWxNa01sTjBJbE1qSnVZVzFsSlRJeUpUTkJKVEl5SlVVMUpUa3dKVGhFSlVVM0pVRTNKVUl3SlRJeUpUSkRKVEl5ZEhsd1pTVXlNaVV6UVNVeU1uTjBjbWx1WnlVeU1pVXlReVV5TW5aaGJIVmxKVEl5SlROQkpUSXlKVEl5SlRKREpUSXlZMkYwWldkdmNua2xNaklsTTBFbE1qSmtaV1poZFd4MEpUSXlKVEpESlRJeWFXUWxNaklsTTBFbE1qSlNTRlpwWjBOQ1UxQktOekUwTXpBekpUSXlKVGRFSlRKREpUZENKVEl5Ym1GdFpTVXlNaVV6UVNVeU1pVkZOaVU0T1NVNE1DVkZOaVU1UXlVNE9TVkZPQ1U0TUNVNE5TVXlNaVV5UXlVeU1uUjVjR1VsTWpJbE0wRWxNakp6ZEhKcGJtY2xNaklsTWtNbE1qSjJZV3gxWlNVeU1pVXpRU1V5TWlVeU1pVXlReVV5TW1OaGRHVm5iM0o1SlRJeUpUTkJKVEl5WkdWbVlYVnNkQ1V5TWlVeVF5VXlNbWxrSlRJeUpUTkJKVEl5YzJGNFVHTjRhMk5IU0RneE1UWXpOaVV5TWlVM1JDVXlReVUzUWlVeU1tNWhiV1VsTWpJbE0wRWxNaklsUlRnbFFrWWxPVVVsUlRZbE9FVWxRVFVsTWpJbE1rTWxNakowZVhCbEpUSXlKVE5CSlRJeWJHbHVheVV5TWlVeVF5VXlNblpoYkhWbEpUSXlKVE5CSlRJeUpUSXlKVEpESlRJeVkyRjBaV2R2Y25rbE1qSWxNMEVsTWpKa1pXWmhkV3gwSlRJeUpUSkRKVEl5YVdRbE1qSWxNMEVsTWpKTVJYZE5ka0ZVYkZCUU1USTVOVFkwSlRJeUpUZEVKVEpESlRkQ0pUSXlibUZ0WlNVeU1pVXpRU1V5TWlWRk5DVkNSU1ZDUmlWRk55VkJReVZDUVNVeU1pVXlReVV5TW5SNWNHVWxNaklsTTBFbE1qSnpkSEpwYm1jbE1qSWxNa01sTWpKMllXeDFaU1V5TWlVelFTVXlNaVV5TWlVeVF5VXlNbU5oZEdWbmIzSjVKVEl5SlROQkpUSXlaR1ZtWVhWc2RDVXlNaVV5UXlVeU1tbGtKVEl5SlROQkpUSXlZVzlNYWxadVIzWklTell5TWpjd09TVXlNaVUzUkNVMVJDVXlReVV5TW5CeWIzQnpKVEl5SlROQkpUZENKVEl5ZUNVeU1pVXpRVE0yTkM0Mk1EQXdNRFl4TURNMU1UVTJKVEpESlRJeWVTVXlNaVV6UVRRek1TNHdPVGs1T1RnME56UXhNakV4SlRKREpUSXlkeVV5TWlVelFUazJKVEpESlRJeWFDVXlNaVV6UVRVMEpUSkRKVEl5ZW1sdVpHVjRKVEl5SlROQk55VXlReVV5TW1GdVoyeGxKVEl5SlROQk1DVTNSQ1V5UXlVeU1uTm9ZWEJsVTNSNWJHVWxNaklsTTBFbE4wSWxNakpoYkhCb1lTVXlNaVV6UVRFbE4wUWxNa01sTWpKc2FXNWxVM1I1YkdVbE1qSWxNMEVsTjBJbE1qSnNhVzVsVjJsa2RHZ2xNaklsTTBFeExqVWxOMFFsTWtNbE1qSm1hV3hzVTNSNWJHVWxNaklsTTBFbE4wSWxOMFFsTWtNbE1qSjBhR1Z0WlNVeU1pVXpRU1UzUWlVM1JDVXlReVV5TW5CaGRHZ2xNaklsTTBFbE5VSWxOMEl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M1JDVXlReVV5TW5SbGVIUkNiRzlqYXlVeU1pVXpRU1UxUWlVM1FpVXlNbkJ2YzJsMGFXOXVKVEl5SlROQkpUZENKVEl5ZUNVeU1pVXpRVEV3SlRKREpUSXllU1V5TWlVelFUQWxNa01sTWpKM0pUSXlKVE5CSlRJeWR5MHlNQ1V5TWlVeVF5VXlNbWdsTWpJbE0wRWxNakpvSlRJeUpUZEVKVEpESlRJeWRHVjRkQ1V5TWlVelFTVXlNbGRUTWpneE1pVkZOaVU0UlNWQk5TVkZOaVU1TkNWQ05pVkZOU1ZCUmlWQ09TVkZOU1ZDUVNVNU5DVkZOaVU1TlNWQ01DVkZOaVU0UkNWQlJT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M1JDVXlReVV5TWs1bGJWSnBVMVIzU2tnMk5EUTRPREFsTWpJbE0wRWxOMElsTWpKcFpDVXlNaVV6UVNVeU1rNWxiVkpwVTFSM1NrZzJORFE0T0RBbE1qSWxNa01sTWpKdVlXMWxKVEl5SlROQkpUSXljbVZqZEdGdVoyeGxKVEl5SlRKREpUSXlkR2wwYkdVbE1qSWxNMEVsTWpJbFJUY2xPVVlsUVRrbFJUVWxRa1FsUVRJbE1qSWxNa01sTWpKallYUmxaMjl5ZVNVeU1pVXpRU1V5TW1KaGMybGpKVEl5SlRKREpUSXlaM0p2ZFhBbE1qSWxNMEVsTWpJbE1qSWxNa01sTWpKbmNtOTFjRTVoYldVbE1qSWxNMEZ1ZFd4c0pUSkRKVEl5Ykc5amEyVmtKVEl5SlROQlptRnNjMlVsTWtNbE1qSnNhVzVySlRJeUpUTkJKVEl5SlRJeUpUSkRKVEl5WTJocGJHUnlaVzRsTWpJbE0wRWxOVUlsTlVRbE1rTWxNakp3WVhKbGJuUWxNaklsTTBFbE1qSWxNaklsTWtNbE1qSnlaWE5wZW1WRWFYSWxNaklsTTBFbE5VSWxNakowYkNVeU1pVXlReVV5TW5SeUpUSXlKVEpESlRJeVluSWxNaklsTWtNbE1qSmliQ1V5TWlVeVF5VXlNbXdsTWpJbE1rTWxNakowSlRJeUpUSkRKVEl5Y2lVeU1pVXlReVV5TW1JbE1qSWxOVVFsTWtNbE1qSmhkSFJ5YVdKMWRHVWxNaklsTTBFbE4wSWxNakpqYjI1MFlXbHVaWElsTWpJbE0wRm1ZV3h6WlNVeVF5VXlNblpwYzJsaWJHVWxNaklsTTBGMGNuVmxKVEpESlRJeWNtOTBZWFJoWW14bEpUSXlKVE5CZEhKMVpTVXlReVV5TW14cGJtdGhZbXhsSlRJeUpUTkJkSEoxWlNVeVF5VXlNbU52Ykd4aGNITmhZbXhsSlRJeUpUTkJabUZzYzJVbE1rTWxNakpqYjJ4c1lYQnpaV1FsTWpJbE0wRm1ZV3h6WlNVeVF5VXlNbVpwZUdWa1RHbHVheVV5TWlVelFXWmhiSE5sSlRKREpUSXliV0Z5YTJWeVQyWm1jMlYwSlRJeUpUTkJOU1UzUkNVeVF5VXlNbVJoZEdGQmRIUnlhV0oxZEdWekpUSXlKVE5CSlRWQ0pUZENKVEl5Ym1GdFpTVXlNaVV6UVNVeU1pVkZOU1ZDUVNVNFJpVkZOU1U0UmlWQ055VXlNaVV5UXlVeU1uUjVjR1VsTWpJbE0wRWxNakp1ZFcxaVpYSWxNaklsTWtNbE1qSjJZV3gxWlNVeU1pVXpRU1V5TWlVeU1pVXlReVV5TW1OaGRHVm5iM0o1SlRJeUpUTkJKVEl5WkdWbVlYVnNkQ1V5TWlVeVF5VXlNbWxrSlRJeUpUTkJKVEl5YjNsSVkzZFRTV3RMV2pFNE1ERTRNaVV5TWlVM1JDVXlReVUzUWlVeU1tNWhiV1VsTWpJbE0wRWxNaklsUlRVbE9UQWxPRVFsUlRjbFFUY2xRakFsTWpJbE1rTWxNakowZVhCbEpUSXlKVE5CSlRJeWMzUnlhVzVuSlRJeUpUSkRKVEl5ZG1Gc2RXVWxNaklsTTBFbE1qSWxNaklsTWtNbE1qSmpZWFJsWjI5eWVTVXlNaVV6UVNVeU1tUmxabUYxYkhRbE1qSWxNa01sTWpKcFpDVXlNaVV6UVNVeU1tZEdabEI0VVhSTVJWQTNOVFE1TXpNbE1qSWxOMFFsTWtNbE4wSWxNakp1WVcxbEpUSXlKVE5CSlRJeUpVVTJKVGc1SlRnd0pVVTJKVGxESlRnNUpVVTRKVGd3SlRnMUpUSXlKVEpESlRJeWRIbHdaU1V5TWlVelFTVXlNbk4wY21sdVp5VXlNaVV5UXlVeU1uWmhiSFZsSlRJeUpUTkJKVEl5SlRJeUpUSkRKVEl5WTJGMFpXZHZjbmtsTWpJbE0wRWxNakprWldaaGRXeDBKVEl5SlRKREpUSXlhV1FsTWpJbE0wRWxNakphYm1OemFuUnRjRmhCTmpVME1USXlKVEl5SlRkRUpUSkRKVGRDSlRJeWJtRnRaU1V5TWlVelFTVXlNaVZGT0NWQ1JpVTVSU1ZGTmlVNFJTVkJOU1V5TWlVeVF5VXlNblI1Y0dVbE1qSWxNMEVsTWpKc2FXNXJKVEl5SlRKREpUSXlkbUZzZFdVbE1qSWxNMEVsTWpJbE1qSWxNa01sTWpKallYUmxaMjl5ZVNVeU1pVXpRU1V5TW1SbFptRjFiSFFsTWpJbE1rTWxNakpwWkNVeU1pVXpRU1V5TW14c1VHOVNURkZZZDBJNE1UTTJOek1sTWpJbE4wUWxNa01sTjBJbE1qSnVZVzFsSlRJeUpUTkJKVEl5SlVVMEpVSkZKVUpHSlVVM0pVRkRKVUpCSlRJeUpUSkRKVEl5ZEhsd1pTVXlNaVV6UVNVeU1uTjBjbWx1WnlVeU1pVXlReVV5TW5aaGJIVmxKVEl5SlROQkpUSXlKVEl5SlRKREpUSXlZMkYwWldkdmNua2xNaklsTTBFbE1qSmtaV1poZFd4MEpUSXlKVEpESlRJeWFXUWxNaklsTTBFbE1qSkRRa2xwWW5salQxUldOamd6TkRZNEpUSXlKVGRFSlRWRUpUSkRKVEl5Y0hKdmNITWxNaklsTTBFbE4wSWxNako0SlRJeUpUTkJORGszTGpZd01EQXdOakV3TXpVeE5UWWxNa01sTWpKNUpUSXlKVE5CTkRNeExqQTVPVGs1T0RRM05ERXlNVEVsTWtNbE1qSjNKVEl5SlROQk9UWWxNa01sTWpKb0pUSXlKVE5CTlRRbE1rTWxNako2YVc1a1pYZ2xNaklsTTBFNEpUSkRKVEl5WVc1bmJHVWxNaklsTTBFd0pUZEVKVEpESlRJeWMyaGhjR1ZUZEhsc1pTVXlNaVV6UVNVM1FpVXlNbUZzY0doaEpUSXlKVE5CTVNVM1JDVXlReVV5TW14cGJtVlRkSGxzWlNVeU1pVXpRU1UzUWlVeU1teHBibVZYYVdSMGFDVXlNaVV6UVRFdU5TVTNSQ1V5UXlVeU1tWnBiR3hUZEhsc1pTVXlNaVV6UVNVM1FpVTNSQ1V5UXlVeU1uUm9aVzFsSlRJeUpUTkJKVGRDSlRkRUpUSkRKVEl5Y0dGMGFDVXlNaVV6UVNVMVFpVTNRaVV5TW1GamRHbHZibk1sTWpJbE0wRWxOVUlsTjBJbE1qSmhZM1JwYjI0bE1qSWxNMEVsTWpKdGIzWmxKVEl5SlRKREpUSXllQ1V5TWlVelFTVXlNakFsTWpJbE1rTWxNako1SlRJeUpUTkJKVEl5TUNVeU1pVTNSQ1V5UXlVM1FpVXlNbUZqZEdsdmJpVXlNaVV6UVNVeU1teHBibVVsTWpJbE1rTWxNako0SlRJeUpUTkJKVEl5ZHlVeU1pVXlReVV5TW5rbE1qSWxNMEVsTWpJd0pUSXlKVGRFSlRKREpUZENKVEl5WVdOMGFXOXVKVEl5SlROQkpUSXliR2x1WlNVeU1pVXlReVV5TW5nbE1qSWxNMEVsTWpKM0pUSXlKVEpESlRJeWVTVXlNaVV6UVNVeU1tZ2xNaklsTjBRbE1rTWxOMElsTWpKaFkzUnBiMjRsTWpJbE0wRWxNakpzYVc1bEpUSXlKVEpESlRJeWVDVXlNaVV6UVNVeU1qQWxNaklsTWtNbE1qSjVKVEl5SlROQkpUSXlhQ1V5TWlVM1JDVXlReVUzUWlVeU1tRmpkR2x2YmlVeU1pVXpRU1V5TW1Oc2IzTmxKVEl5SlRkRUpUVkVKVGRFSlRWRUpUSkRKVEl5Wm05dWRGTjBlV3hsSlRJeUpUTkJKVGRDSlRkRUpUSkRKVEl5ZEdWNGRFSnNiMk5ySlRJeUpUTkJKVFZDSlRkQ0pUSXljRzl6YVhScGIyNGxNaklsTTBFbE4wSWxNako0SlRJeUpUTkJNVEFsTWtNbE1qSjVKVEl5SlROQk1DVXlReVV5TW5jbE1qSWxNMEVsTWpKM0xUSXdKVEl5SlRKREpUSXlhQ1V5TWlVelFTVXlNbWdsTWpJbE4wUWxNa01sTWpKMFpYaDBKVEl5SlROQkpUSXlKVVUySlRoREpUZ3hKVVUzSlVKQ0pVRkVKVVUwSlVKRUpUaEZKVVUzSlRrMEpVSTFKVVUxSlVJNUpVSXpKVVZHSlVKREpUaERKVVUySlRrMUpVSXdKVVUySlRoRUpVRkZKVVUwSlVKREpVRXdKVVU0SlVKRkpUa3pKVVUxSlVGRkpUaERKVVUySlVGR0pUazF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WNIQkZkM0pTY2tadVVEZzBNakE0T0NVeU1pVXpRU1UzUWlVeU1tbGtKVEl5SlROQkpUSXljSEJGZDNKU2NrWnVVRGcwTWpBNE9DVXlNaVV5UXlVeU1tNWhiV1VsTWpJbE0wRWxNakp5WldOMFlXNW5iR1VsTWpJbE1rTWxNakowYVhSc1pTVXlNaVV6UVNVeU1pVkZOeVU1UmlWQk9TVkZOU1ZDUkNWQk1pVXlNaVV5UXlVeU1tTmhkR1ZuYjNKNUpUSXlKVE5CSlRJeVltRnphV01sTWpJbE1rTWxNakpuY205MWNDVXlNaVV6UVNVeU1pVXlNaVV5UXlVeU1tZHliM1Z3VG1GdFpTVXlNaVV6UVc1MWJHd2xNa01sTWpKc2IyTnJaV1FsTWpJbE0wRm1ZV3h6WlNVeVF5VXlNbXhwYm1zbE1qSWxNMEVsTWpJbE1qSWxNa01sTWpKamFHbHNaSEpsYmlVeU1pVXpRU1UxUWlVMVJDVXlReVV5TW5CaGNtVnVkQ1V5TWlVelFTVXlNaVV5TWlVeVF5VXlNbkpsYzJsNlpVUnBjaVV5TWlVelFTVTFRaVV5TW5Sc0pUSXlKVEpESlRJeWRISWxNaklsTWtNbE1qSmljaVV5TWlVeVF5VXlNbUpzSlRJeUpUSkRKVEl5YkNVeU1pVXlReVV5TW5RbE1qSWxNa01sTWpKeUpUSXlKVEpESlRJeVlpVXlNaVUxUkNVeVF5VXlNbUYwZEhKcFluVjBaU1V5TWlVelFTVTNRaVV5TW1OdmJuUmhhVzVsY2lVeU1pVXpRV1poYkhObEpUSkRKVEl5ZG1semFXSnNaU1V5TWlVelFYUnlkV1VsTWtNbE1qSnliM1JoZEdGaWJHVWxNaklsTTBGMGNuVmxKVEpESlRJeWJHbHVhMkZpYkdVbE1qSWxNMEYwY25WbEpUSkRKVEl5WTI5c2JHRndjMkZpYkdVbE1qSWxNMEZtWVd4elpTVXlReVV5TW1OdmJHeGhjSE5sWkNVeU1pVXpRV1poYkhObEpUSkRKVEl5Wm1sNFpXUk1hVzVySlRJeUpUTkJabUZzYzJVbE1rTWxNakp0WVhKclpYSlBabVp6WlhRbE1qSWxNMEUxSlRkRUpUSkRKVEl5WkdGMFlVRjBkSEpwWW5WMFpYTWxNaklsTTBFbE5VSWxOMElsTWpKdVlXMWxKVEl5SlROQkpUSXlKVVUxSlVKQkpUaEdKVVUxSlRoR0pVSTNKVEl5SlRKREpUSXlkSGx3WlNVeU1pVXpRU1V5TW01MWJXSmxjaVV5TWlVeVF5VXlNblpoYkhWbEpUSXlKVE5CSlRJeUpUSXlKVEpESlRJeVkyRjBaV2R2Y25rbE1qSWxNMEVsTWpKa1pXWmhkV3gwSlRJeUpUSkRKVEl5YVdRbE1qSWxNMEVsTWpKdldHSkpXR0ZuUzJsNU5ERTJNelEySlRJeUpUZEVKVEpESlRkQ0pUSXlibUZ0WlNVeU1pVXpRU1V5TWlWRk5TVTVNQ1U0UkNWRk55VkJOeVZDTUNVeU1pVXlReVV5TW5SNWNHVWxNaklsTTBFbE1qSnpkSEpwYm1jbE1qSWxNa01sTWpKMllXeDFaU1V5TWlVelFTVXlNaVV5TWlVeVF5VXlNbU5oZEdWbmIzSjVKVEl5SlROQkpUSXlaR1ZtWVhWc2RDVXlNaVV5UXlVeU1tbGtKVEl5SlROQkpUSXlRWEJMVVcxNlJIaHdjRGswTkRNeU55VXlNaVUzUkNVeVF5VTNRaVV5TW01aGJXVWxNaklsTTBFbE1qSWxSVFlsT0RrbE9EQWxSVFlsT1VNbE9Ea2xSVGdsT0RBbE9EVWxNaklsTWtNbE1qSjBlWEJsSlRJeUpUTkJKVEl5YzNSeWFXNW5KVEl5SlRKREpUSXlkbUZzZFdVbE1qSWxNMEVsTWpJbE1qSWxNa01sTWpKallYUmxaMjl5ZVNVeU1pVXpRU1V5TW1SbFptRjFiSFFsTWpJbE1rTWxNakpwWkNVeU1pVXpRU1V5TW14SFJWcHlWbGhwWTFveE1UQTJOVGNsTWpJbE4wUWxNa01sTjBJbE1qSnVZVzFsSlRJeUpUTkJKVEl5SlVVNEpVSkdKVGxGSlVVMkpUaEZKVUUxSlRJeUpUSkRKVEl5ZEhsd1pTVXlNaVV6UVNVeU1teHBibXNsTWpJbE1rTWxNakoyWVd4MVpTVXlNaVV6UVNVeU1pVXlNaVV5UXlVeU1tTmhkR1ZuYjNKNUpUSXlKVE5CSlRJeVpHVm1ZWFZzZENVeU1pVXlReVV5TW1sa0pUSXlKVE5CSlRJeWNsQlVkMjVrWTJSd1ZqWTJOVGt4TnlVeU1pVTNSQ1V5UXlVM1FpVXlNbTVoYldVbE1qSWxNMEVsTWpJbFJUUWxRa1VsUWtZbFJUY2xRVU1sUWtFbE1qSWxNa01sTWpKMGVYQmxKVEl5SlROQkpUSXljM1J5YVc1bkpUSXlKVEpESlRJeWRtRnNkV1VsTWpJbE0wRWxNaklsTWpJbE1rTWxNakpqWVhSbFoyOXllU1V5TWlVelFTVXlNbVJsWm1GMWJIUWxNaklsTWtNbE1qSnBaQ1V5TWlVelFTVXlNa3hyVFZwR2NFVnBaWEl4TURBNE1EVWxNaklsTjBRbE5VUWxNa01sTWpKd2NtOXdjeVV5TWlVelFTVTNRaVV5TW5nbE1qSWxNMEUyTXpBdU5qQXdNREEyTVRBek5URTFOaVV5UXlVeU1ua2xNaklsTTBFME16RXVNRGs1T1RrNE5EYzBNVEl4TVNVeVF5VXlNbmNsTWpJbE0wRTVOaVV5UXlVeU1tZ2xNaklsTTBFMU5DVXlReVV5TW5wcGJtUmxlQ1V5TWlVelFUa2xNa01sTWpKaGJtZHNaU1V5TWlVelFUQWxOMFFsTWtNbE1qSnphR0Z3WlZOMGVXeGxKVEl5SlROQkpUZENKVEl5WVd4d2FHRWxNaklsTTBFeEpUZEVKVEpESlRJeWJHbHVaVk4wZVd4bEpUSXlKVE5CSlRkQ0pUSXliR2x1WlZkcFpIUm9KVEl5SlROQk1TNDFKVGRFSlRKREpUSXlabWxzYkZOMGVXeGxKVEl5SlROQkpUZENKVGRFSlRKREpUSXlkR2hsYldVbE1qSWxNMEVsTjBJbE4wUWxNa01sTWpKd1lYUm9KVEl5SlROQkpUVkNKVGRD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4wUWxNa01sTWpKMFpYaDBRbXh2WTJzbE1qSWxNMEVsTlVJbE4wSWxNakp3YjNOcGRHbHZiaVV5TWlVelFTVTNRaVV5TW5nbE1qSWxNMEV4TUNVeVF5VXlNbmtsTWpJbE0wRXdKVEpESlRJeWR5VXlNaVV6UVNVeU1uY3RNakFsTWpJbE1rTWxNakpvSlRJeUpUTkJKVEl5YUNVeU1pVTNSQ1V5UXlVeU1uUmxlSFFsTWpJbE0wRWxNaklsUlRnbE9FRWxRVVlsUlRjbE9Ea2xPRGNsUlRVbFFUUWxPRVFsUlRRbFFrUWxPRVFsUlVZbFFrTWxPRU1sUlRjbE9ESWxRamtsUlRRbFFrRWxRVVVsUlRjbE9ERWxRVVlsUlRjbE9FWWxRVEF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k9Ra2RLY25ob1VteFBNVFl3T0RrNEpUSXlKVE5CSlRkQ0pUSXlhV1FsTWpJbE0wRWxNakpPUWtkS2NuaG9VbXhQTVRZd09EazRKVEl5SlRKREpUSXlibUZ0WlNVeU1pVXpRU1V5TW14cGJtdGxjaVV5TWlVeVF5VXlNblJsZUhRbE1qSWxNMEVsTWpJbE1qSWxNa01sTWpKbmNtOTFjQ1V5TWlVelFTVXlNaVV5TWlVeVF5VXlNbXhwYm10bGNsUjVjR1VsTWpJbE0wRWxNakppY205clpXNGxNaklsTWtNbE1qSndiMmx1ZEhNbE1qSWxNMEVsTlVJbE4wSWxNako0SlRJeUpUTkJORGM1TGpFd01EQXdOakV3TXpVeE5UWWxNa01sTWpKNUpUSXlKVE5CTWprMUxqQTVPVGs1T0RRM05ERXlNVEVsTjBRbE1rTWxOMElsTWpKNEpUSXlKVE5CTkRjNUxqRXdNREF3TmpFd016VXhOVFlsTWtNbE1qSjVKVEl5SlROQk1qazFMakE1T1RrNU9EUTNOREV5TVRFbE4wUWxOVVFsTWtNbE1qSnNiMk5yWldRbE1qSWxNMEZtWVd4elpTVXlReVV5TW1SaGRHRkJkSFJ5YVdKMWRHVnpKVEl5SlROQkpUVkNKVFZFSlRKREpUSXljSEp2Y0hNbE1qSWxNMEVsTjBJbE1qSjZhVzVrWlhnbE1qSWxNMEV4TUNVM1JDVXlReVV5TW14cGJtVlRkSGxzWlNVeU1pVXpRU1UzUWlVeU1teHBibVZYYVdSMGFDVXlNaVV6UVRFdU5TVTNSQ1V5UXlVeU1tWnliMjBsTWpJbE0wRWxOMElsTWpKNEpUSXlKVE5CTkRZd0xqWXdNREF3TmpFd016VXhOVFlsTWtNbE1qSjVKVEl5SlROQk1qazFMakE1T1RrNU9EUTNOREV5TVRFbE1rTWxNakpoYm1kc1pTVXlNaVV6UVRNdU1UUXhOVGt5TmpVek5UZzVOemt6TmlVeVF5VXlNbWxrSlRJeUpUTkJKVEl5U21SMmFHMVZVR2hHWXpZMU1URTROU1V5TWlVM1JDVXlReVV5TW5SdkpUSXlKVE5CSlRkQ0pUSXlhV1FsTWpJbE0wRWxNakpYY2xsU1pscHFRVVZzTURJeU1UWTRKVEl5SlRKREpUSXllQ1V5TWlVelFUUTVOeTQyTURBd01EWXhNRE0xTVRVMkpUSkRKVEl5ZVNVeU1pVXpRVEk1TlM0d09UazVPVGcwTnpReE1qRXhKVEpESlRJeVlXNW5iR1VsTWpJbE0wRXdKVGRFSlRKREpUSXlkR1Y0ZEVKc2IyTnJKVEl5SlROQkpUVkNKVFZFSlRkRUpUSkRKVEl5ZEhGclFtTjNiMHhQYkRNME5qZ3dOeVV5TWlVelFTVTNRaVV5TW1sa0pUSXlKVE5CSlRJeWRIRnJRbU4zYjB4UGJETTBOamd3TnlVeU1pVXlReVV5TW01aGJXVWxNaklsTTBFbE1qSnNhVzVyWlhJbE1qSWxNa01sTWpKMFpYaDBKVEl5SlROQkpUSXlKVEl5SlRKREpUSXlaM0p2ZFhBbE1qSWxNMEVsTWpJbE1qSWxNa01sTWpKc2FXNXJaWEpVZVhCbEpUSXlKVE5CSlRJeVluSnZhMlZ1SlRJeUpUSkRKVEl5Y0c5cGJuUnpKVEl5SlROQkpUVkNKVGRDSlRJeWVDVXlNaVV6UVRZeE1pNHhNREF3TURZeE1ETTFNVFUySlRKREpUSXllU1V5TWlVelFUSTVOUzR3T1RrNU9UZzBOelF4TWpFeEpUZEVKVEpESlRkQ0pUSXllQ1V5TWlVelFUWXhNaTR4TURBd01EWXhNRE0xTVRVMkpUSkRKVEl5ZVNVeU1pVXpRVEk1TlM0d09UazVPVGcwTnpReE1qRXhKVGRFSlRWRUpUSkRKVEl5Ykc5amEyVmtKVEl5SlROQlptRnNjMlVsTWtNbE1qSmtZWFJoUVhSMGNtbGlkWFJsY3lVeU1pVXpRU1UxUWlVMVJDVXlReVV5TW5CeWIzQnpKVEl5SlROQkpUZENKVEl5ZW1sdVpHVjRKVEl5SlROQk1URWxOMFFsTWtNbE1qSnNhVzVsVTNSNWJHVWxNaklsTTBFbE4wSWxNakpzYVc1bFYybGtkR2dsTWpJbE0wRXhMalVsTjBRbE1rTWxNakptY205dEpUSXlKVE5CSlRkQ0pUSXllQ1V5TWlVelFUVTVNeTQyTURBd01EWXhNRE0xTVRVMkpUSkRKVEl5ZVNVeU1pVXpRVEk1TlM0d09UazVPVGcwTnpReE1qRXhKVEpESlRJeVlXNW5iR1VsTWpJbE0wRXpMakUwTVRVNU1qWTFNelU0T1RjNU16WWxNa01sTWpKcFpDVXlNaVV6UVNVeU1sZHlXVkptV21wQlJXd3dNakl4TmpnbE1qSWxOMFFsTWtNbE1qSjBieVV5TWlVelFTVTNRaVV5TW1sa0pUSXlKVE5CSlRJeVdteDZha1IwVW5aa1F6ZzFNRE13TUNVeU1pVXlReVV5TW5nbE1qSWxNMEUyTXpBdU5qQXdNREEyTVRBek5URTFOaVV5UXlVeU1ua2xNaklsTTBFeU9UVXVNRGs1T1RrNE5EYzBNVEl4TVNVeVF5VXlNbUZ1WjJ4bEpUSXlKVE5CTUNVM1JDVXlReVV5TW5SbGVIUkNiRzlqYXlVeU1pVXpRU1UxUWlVMVJDVTNSQ1V5UXlVeU1tUlpUMGhLYVdOM1oyZzBNREF3TlRBbE1qSWxNMEVsTjBJbE1qSnBaQ1V5TWlVelFTVXlNbVJaVDBoS2FXTjNaMmcwTURBd05UQWxNaklsTWtNbE1qSnVZVzFsSlRJeUpUTkJKVEl5YkdsdWEyVnlKVEl5SlRKREpUSXlkR1Y0ZENVeU1pVXpRU1V5TWlVeU1pVXlReVV5TW1keWIzVndKVEl5SlROQkpUSXlKVEl5SlRKREpUSXliR2x1YTJWeVZIbHdaU1V5TWlVelFTVXlNbUp5YjJ0bGJpVXlNaVV5UXlVeU1uQnZhVzUwY3lVeU1pVXpRU1UxUWlVM1FpVXlNbmdsTWpJbE0wRTJOemd1TmpBd01EQTJNVEF6TlRFMU5pVXlReVV5TW5rbE1qSWxNMEV6TXpVdU9EUTVPVGs0TkRjME1USXhNU1UzUkNVeVF5VTNRaVV5TW5nbE1qSWxNMEUyTnpndU5qQXdNREEyTVRBek5URTFOaVV5UXlVeU1ua2xNaklsTTBFek16VXVPRFE1T1RrNE5EYzBNVEl4TVNVM1JDVTFSQ1V5UXlVeU1teHZZMnRsWkNVeU1pVXpRV1poYkhObEpUSkRKVEl5WkdGMFlVRjBkSEpwWW5WMFpYTWxNaklsTTBFbE5VSWxOVVFsTWtNbE1qSndjbTl3Y3lVeU1pVXpRU1UzUWlVeU1ucHBibVJsZUNVeU1pVXpRVEV5SlRkRUpUSkRKVEl5YkdsdVpWTjBlV3hsSlRJeUpUTkJKVGRDSlRJeWJHbHVaVmRwWkhSb0pUSXlKVE5CTVM0MUpUZEVKVEpESlRJeVpuSnZiU1V5TWlVelFTVTNRaVV5TW5nbE1qSWxNMEUyTnpndU5qQXdNREEyTVRBek5URTFOaVV5UXlVeU1ua2xNaklsTTBFek1qSXVNRGs1T1RrNE5EYzBNVEl4TVNVeVF5VXlNbUZ1WjJ4bEpUSXlKVE5CTkM0M01USXpPRGc1T0RBek9EUTJPU1V5UXlVeU1tbGtKVEl5SlROQkpUSXlXbXg2YWtSMFVuWmtRemcxTURNd01DVXlNaVUzUkNVeVF5VXlNblJ2SlRJeUpUTkJKVGRDSlRJeWFXUWxNaklsTTBFbE1qSndabk4wYTFCcWRucFVPVGMxTURJeEpUSXlKVEpESlRJeWVDVXlNaVV6UVRZM09DNDJNREF3TURZeE1ETTFNVFUySlRKREpUSXllU1V5TWlVelFUTTBPUzQxT1RrNU9UZzBOelF4TWpFeEpUSkRKVEl5WVc1bmJHVWxNaklsTTBFeExqVTNNRGM1TmpNeU5qYzVORGc1TnlVM1JDVXlReVV5TW5SbGVIUkNiRzlqYXlVeU1pVXpRU1UxUWlVMVJDVTNSQ1V5UXlVeU1tRjNRMkp4ZFVsS2JHSTJOak14TnpFbE1qSWxNMEVsTjBJbE1qSnBaQ1V5TWlVelFTVXlNbUYzUTJKeGRVbEtiR0kyTmpNeE56RWxNaklsTWtNbE1qSnVZVzFsSlRJeUpUTkJKVEl5YkdsdWEyVnlKVEl5SlRKREpUSXlkR1Y0ZENVeU1pVXpRU1V5TWlVeU1pVXlReVV5TW1keWIzVndKVEl5SlROQkpUSXlKVEl5SlRKREpUSXliR2x1YTJWeVZIbHdaU1V5TWlVelFTVXlNbUp5YjJ0bGJpVXlNaVV5UXlVeU1uQnZhVzUwY3lVeU1pVXpRU1UxUWlVM1FpVXlNbmdsTWpJbE0wRTJNVEl1TVRBd01EQTJNVEF6TlRFMU5pVXlReVV5TW5rbE1qSWxNMEV6TnpZdU5UazVPVGs0TkRjME1USXhNU1UzUkNVeVF5VTNRaVV5TW5nbE1qSWxNMEUyTVRJdU1UQXdNREEyTVRBek5URTFOaVV5UXlVeU1ua2xNaklsTTBFek56WXVOVGs1T1RrNE5EYzBNVEl4TVNVM1JDVTFSQ1V5UXlVeU1teHZZMnRsWkNVeU1pVXpRV1poYkhObEpUSkRKVEl5WkdGMFlVRjBkSEpwWW5WMFpYTWxNaklsTTBFbE5VSWxOVVFsTWtNbE1qSndjbTl3Y3lVeU1pVXpRU1UzUWlVeU1ucHBibVJsZUNVeU1pVXpRVEV6SlRkRUpUSkRKVEl5YkdsdVpWTjBlV3hsSlRJeUpUTkJKVGRDSlRJeWJHbHVaVmRwWkhSb0pUSXlKVE5CTVM0MUpUZEVKVEpESlRJeVpuSnZiU1V5TWlVelFTVTNRaVV5TW5nbE1qSWxNMEUyTXpBdU5qQXdNREEyTVRBek5URTFOaVV5UXlVeU1ua2xNaklsTTBFek56WXVOVGs1T1RrNE5EYzBNVEl4TVNVeVF5VXlNbUZ1WjJ4bEpUSXlKVE5CTUNVeVF5VXlNbWxrSlRJeUpUTkJKVEl5Y0daemRHdFFhblo2VkRrM05UQXlNU1V5TWlVM1JDVXlReVV5TW5SdkpUSXlKVE5CSlRkQ0pUSXlhV1FsTWpJbE0wRWxNakpHV0U5MmFFdGFWVVZqTnpBNE56ZzVKVEl5SlRKREpUSXllQ1V5TWlVelFUVTVNeTQyTURBd01EWXhNRE0xTVRVMkpUSkRKVEl5ZVNVeU1pVXpRVE0zTmk0MU9UazVPVGcwTnpReE1qRXhKVEpESlRJeVlXNW5iR1VsTWpJbE0wRXpMakUwTVRVNU1qWTFNelU0T1RjNU16WWxOMFFsTWtNbE1qSjBaWGgwUW14dlkyc2xNaklsTTBFbE5VSWxOVVFsTjBRbE1rTWxNakpGYUdsVVpITjBhSEpwTXpnME16Z3hKVEl5SlROQkpUZENKVEl5YVdRbE1qSWxNMEVsTWpKRmFHbFVaSE4wYUhKcE16ZzBNemd4SlRJeUpUSkRKVEl5Ym1GdFpTVXlNaVV6UVNVeU1teHBibXRsY2lVeU1pVXlReVV5TW5SbGVIUWxNaklsTTBFbE1qSWxNaklsTWtNbE1qSm5jbTkxY0NVeU1pVXpRU1V5TWlVeU1pVXlReVV5TW14cGJtdGxjbFI1Y0dVbE1qSWxNMEVsTWpKaWNtOXJaVzRsTWpJbE1rTWxNakp3YjJsdWRITWxNaklsTTBFbE5VSWxOMElsTWpKNEpUSXlKVE5CTkRjNUxqRXdNREF3TmpFd016VXhOVFlsTWtNbE1qSjVKVEl5SlROQk16YzJMalU1T1RrNU9EUTNOREV5TVRFbE4wUWxNa01sTjBJbE1qSjRKVEl5SlROQk5EYzVMakV3TURBd05qRXdNelV4TlRZbE1rTWxNako1SlRJeUpUTkJNemMyTGpVNU9UazVPRFEzTkRFeU1URWxOMFFsTlVRbE1rTWxNakpzYjJOclpXUWxNaklsTTBGbVlXeHpaU1V5UXlVeU1tUmhkR0ZCZEhSeWFXSjFkR1Z6SlRJeUpUTkJKVFZDSlRWRUpUSkRKVEl5Y0hKdmNITWxNaklsTTBFbE4wSWxNako2YVc1a1pYZ2xNaklsTTBFeE5DVTNSQ1V5UXlVeU1teHBibVZUZEhsc1pTVXlNaVV6UVNVM1FpVXlNbXhwYm1WWGFXUjBhQ1V5TWlVelFURXVOU1UzUkNVeVF5VXlNbVp5YjIwbE1qSWxNMEVsTjBJbE1qSjRKVEl5SlROQk5EazNMall3TURBd05qRXdNelV4TlRZbE1rTWxNako1SlRJeUpUTkJNemMyTGpVNU9UazVPRFEzTkRFeU1URWxNa01sTWpKaGJtZHNaU1V5TWlVelFUQWxNa01sTWpKcFpDVXlNaVV6UVNVeU1rWllUM1pvUzFwVlJXTTNNRGczT0RrbE1qSWxOMFFsTWtNbE1qSjBieVV5TWlVelFTVTNRaVV5TW1sa0pUSXlKVE5CSlRJeWNFbGFSbTlaWjFaRmJUWTVNVFV3TlNVeU1pVXlReVV5TW5nbE1qSWxNMEUwTmpBdU5qQXdNREEyTVRBek5URTFOaVV5UXlVeU1ua2xNaklsTTBFek56WXVOVGs1T1RrNE5EYzBNVEl4TVNVeVF5VXlNbUZ1WjJ4bEpUSXlKVE5CTXk0eE5ERTFPVEkyTlRNMU9EazNPVE0ySlRkRUpUSkRKVEl5ZEdWNGRFSnNiMk5ySlRJeUpUTkJKVFZDSlRWRUpUZEVKVEpESlRJeWRXVlVTMVpLVkdGSll6STFOak16TmlVeU1pVXpRU1UzUWlVeU1tbGtKVEl5SlROQkpUSXlkV1ZVUzFaS1ZHRkpZekkxTmpNek5pVXlNaVV5UXlVeU1tNWhiV1VsTWpJbE0wRWxNakpzYVc1clpYSWxNaklsTWtNbE1qSjBaWGgwSlRJeUpUTkJKVEl5SlRJeUpUSkRKVEl5WjNKdmRYQWxNaklsTTBFbE1qSWxNaklsTWtNbE1qSnNhVzVyWlhKVWVYQmxKVEl5SlROQkpUSXlZbkp2YTJWdUpUSXlKVEpESlRJeWNHOXBiblJ6SlRJeUpUTkJKVFZDSlRkQ0pUSXllQ1V5TWlVelFUUXhNaTQyTURBd01EWXhNRE0xTVRVMkpUSkRKVEl5ZVNVeU1pVXpRVFF4Tnk0ek5EazVPVGcwTnpReE1qRXhKVGRFSlRKREpUZENKVEl5ZUNVeU1pVXpRVFF4TWk0Mk1EQXdNRFl4TURNMU1UVTJKVEpESlRJeWVTVXlNaVV6UVRReE55NHpORGs1T1RnME56UXhNakV4SlRkRUpUVkVKVEpESlRJeWJHOWphMlZrSlRJeUpUTkJabUZzYzJVbE1rTWxNakprWVhSaFFYUjBjbWxpZFhSbGN5VXlNaVV6UVNVMVFpVTFSQ1V5UXlVeU1uQnliM0J6SlRJeUpUTkJKVGRDSlRJeWVtbHVaR1Y0SlRJeUpUTkJNVFVsTjBRbE1rTWxNakpzYVc1bFUzUjViR1VsTWpJbE0wRWxOMElsTWpKc2FXNWxWMmxrZEdnbE1qSWxNMEV4TGpVbE4wUWxNa01sTWpKbWNtOXRKVEl5SlROQkpUZENKVEl5ZUNVeU1pVXpRVFF4TWk0Mk1EQXdNRFl4TURNMU1UVTJKVEpESlRJeWVTVXlNaVV6UVRRd015NDFPVGs1T1RnME56UXhNakV4SlRKREpUSXlZVzVuYkdVbE1qSWxNMEUwTGpjeE1qTTRPRGs0TURNNE5EWTVKVEpESlRJeWFXUWxNaklsTTBFbE1qSndTVnBHYjFsblZrVnROamt4TlRBMUpUSXlKVGRFSlRKREpUSXlkRzhsTWpJbE0wRWxOMElsTWpKcFpDVXlNaVV6UVNVeU1rWkNVMVpqYVVSV2VtYzJPVFF5TVRZbE1qSWxNa01sTWpKNEpUSXlKVE5CTkRFeUxqWXdNREF3TmpFd016VXhOVFlsTWtNbE1qSjVKVEl5SlROQk5ETXhMakE1T1RrNU9EUTNOREV5TVRFbE1rTWxNakpoYm1kc1pTVXlNaVV6UVRFdU5UY3dOemsyTXpJMk56azBPRGszSlRkRUpUSkRKVEl5ZEdWNGRFSnNiMk5ySlRJeUpUTkJKVFZDSlRWRUpUZEVKVEpESlRJeVZIZGtiVzFLYjFOdVFqQTRNVEV5TmlVeU1pVXpRU1UzUWlVeU1tbGtKVEl5SlROQkpUSXlWSGRrYlcxS2IxTnVRakE0TVRFeU5pVXlNaVV5UXlVeU1tNWhiV1VsTWpJbE0wRWxNakpzYVc1clpYSWxNaklsTWtNbE1qSjBaWGgwSlRJeUpUTkJKVEl5SlRJeUpUSkRKVEl5WjNKdmRYQWxNaklsTTBFbE1qSWxNaklsTWtNbE1qSnNhVzVyWlhKVWVYQmxKVEl5SlROQkpUSXlZbkp2YTJWdUpUSXlKVEpESlRJeWNHOXBiblJ6SlRJeUpUTkJKVFZDSlRkQ0pUSXllQ1V5TWlVelFUUTNPUzR4TURBd01EWXhNRE0xTVRVMkpUSkRKVEl5ZVNVeU1pVXpRVFExT0M0d09UazVPVGcwTnpReE1qRXhKVGRFSlRKREpUZENKVEl5ZUNVeU1pVXpRVFEzT1M0eE1EQXdNRFl4TURNMU1UVTJKVEpESlRJeWVTVXlNaVV6UVRRMU9DNHdPVGs1T1RnME56UXhNakV4SlRkRUpUVkVKVEpESlRJeWJHOWphMlZrSlRJeUpUTkJabUZzYzJVbE1rTWxNakprWVhSaFFYUjBjbWxpZFhSbGN5VXlNaVV6UVNVMVFpVTFSQ1V5UXlVeU1uQnliM0J6SlRJeUpUTkJKVGRDSlRJeWVtbHVaR1Y0SlRJeUpUTkJNVFlsTjBRbE1rTWxNakpzYVc1bFUzUjViR1VsTWpJbE0wRWxOMElsTWpKc2FXNWxWMmxrZEdnbE1qSWxNMEV4TGpVbE4wUWxNa01sTWpKbWNtOXRKVEl5SlROQkpUZENKVEl5ZUNVeU1pVXpRVFEyTUM0Mk1EQXdNRFl4TURNMU1UVTJKVEpESlRJeWVTVXlNaVV6UVRRMU9DNHdPVGs1T1RnME56UXhNakV4SlRKREpUSXlZVzVuYkdVbE1qSWxNMEV6TGpFME1UVTVNalkxTXpVNE9UYzVNellsTWtNbE1qSnBaQ1V5TWlVelFTVXlNa1pDVTFaamFVUldlbWMyT1RReU1UWWxNaklsTjBRbE1rTWxNakowYnlVeU1pVXpRU1UzUWlVeU1tbGtKVEl5SlROQkpUSXlUbVZ0VW1sVFZIZEtTRFkwTkRnNE1DVXlNaVV5UXlVeU1uZ2xNaklsTTBFME9UY3VOakF3TURBMk1UQXpOVEUxTmlVeVF5VXlNbmtsTWpJbE0wRTBOVGd1TURrNU9UazRORGMwTVRJeE1TVXlReVV5TW1GdVoyeGxKVEl5SlROQk1DVTNSQ1V5UXlVeU1uUmxlSFJDYkc5amF5VXlNaVV6UVNVMVFpVTFSQ1UzUkNVeVF5VXlNbWhQY0Zsc1NVeDVTa00yT0RrMk5ERWxNaklsTTBFbE4wSWxNakpwWkNVeU1pVXpRU1V5TW1oUGNGbHNTVXg1U2tNMk9EazJOREVsTWpJbE1rTWxNakp1WVcxbEpUSXlKVE5CSlRJeWJHbHVhMlZ5SlRJeUpUSkRKVEl5ZEdWNGRDVXlNaVV6UVNVeU1pVXlNaVV5UXlVeU1tZHliM1Z3SlRJeUpUTkJKVEl5SlRJeUpUSkRKVEl5YkdsdWEyVnlWSGx3WlNVeU1pVXpRU1V5TW1KeWIydGxiaVV5TWlVeVF5VXlNbkJ2YVc1MGN5VXlNaVV6UVNVMVFpVTNRaVV5TW5nbE1qSWxNMEUyTVRJdU1UQXdNREEyTVRBek5URTFOaVV5UXlVeU1ua2xNaklsTTBFME5UZ3VNRGs1T1RrNE5EYzBNVEl4TVNVM1JDVXlReVUzUWlVeU1uZ2xNaklsTTBFMk1USXVNVEF3TURBMk1UQXpOVEUxTmlVeVF5VXlNbmtsTWpJbE0wRTBOVGd1TURrNU9UazRORGMwTVRJeE1TVTNSQ1UxUkNVeVF5VXlNbXh2WTJ0bFpDVXlNaVV6UVdaaGJITmxKVEpESlRJeVpHRjBZVUYwZEhKcFluVjBaWE1sTWpJbE0wRWxOVUlsTlVRbE1rTWxNakp3Y205d2N5VXlNaVV6UVNVM1FpVXlNbnBwYm1SbGVDVXlNaVV6UVRFM0pUZEVKVEpESlRJeWJHbHVaVk4wZVd4bEpUSXlKVE5CSlRkQ0pUSXliR2x1WlZkcFpIUm9KVEl5SlROQk1TNDFKVGRFSlRKREpUSXlabkp2YlNVeU1pVXpRU1UzUWlVeU1uZ2xNaklsTTBFMU9UTXVOakF3TURBMk1UQXpOVEUxTmlVeVF5VXlNbmtsTWpJbE0wRTBOVGd1TURrNU9UazRORGMwTVRJeE1TVXlReVV5TW1GdVoyeGxKVEl5SlROQk15NHhOREUxT1RJMk5UTTFPRGszT1RNMkpUSkRKVEl5YVdRbE1qSWxNMEVsTWpKT1pXMVNhVk5VZDBwSU5qUTBPRGd3SlRJeUpUZEVKVEpESlRJeWRHOGxNaklsTTBFbE4wSWxNakpwWkNVeU1pVXpRU1V5TW5Cd1JYZHlVbkpHYmxBNE5ESXdPRGdsTWpJbE1rTWxNako0SlRJeUpUTkJOak13TGpZd01EQXdOakV3TXpVeE5UWWxNa01sTWpKNUpUSXlKVE5CTkRVNExqQTVPVGs1T0RRM05ERXlNVEVsTWtNbE1qSmhibWRzWlNVeU1pVXpRVEFsTjBRbE1rTWxNakowWlhoMFFteHZZMnNsTWpJbE0wRWxOVUlsTlVRbE4wUWxOMFFsTWtNbE1qSmpiMjF0Wlc1MGN5VXlNaVV6UVNVMVFpVTFSQ1V5UXlVeU1uQnNkV2RwYm5NbE1qSWxNMEVsTjBJbE4wUWxNa01sTWpKaGFVTnZiblJoYVc1bGNuTWxNaklsTTBFbE4wSWxOMFFsTWtNbE1qSnBibk5sY25SUVlXZGxUM0IwY3lVeU1pVXpRU1UzUWlVM1JDVXlReVV5TW5CdmMzUlFZWGx0Wlc1MEpUSXlKVE5CSlRkQ0pUZEVKVEpESlRJeWRHaGxiV1VsTWpJbE0wRWxOMElsTWpKd1lXZGxKVEl5SlROQkpUZENKVEl5WW1GamEyZHliM1Z1WkVOdmJHOXlKVEl5SlROQkpUSXlkSEpoYm5Od1lYSmxiblFsTWpJbE4wUWxOMFFsTjBRPSIsCgkiRmlsZUlkIiA6ICJiZGU2MTIyMi01NTkxLTRmNWYtOWJlYi1hZDIyM2ZiZDAxNWEiCn0K"/>
    </extobj>
    <extobj name="E657119C-6982-421D-8BA7-E74DEB70A7D9-4">
      <extobjdata type="E657119C-6982-421D-8BA7-E74DEB70A7D9" data="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eE9UWWxNa01sTWpKemFHOTNSM0pwWkNVeU1pVXpRWFJ5ZFdVbE1rTWxNakp5YVdOb1ZHVjRkQ1V5TWlVelFYUnlkV1VsTWtNbE1qSm9aV2xuYUhRbE1qSWxNMEV4TURBd0pUZEVKVEpESlRJeVpXeGxiV1Z1ZEhNbE1qSWxNMEVsTjBJbE1qSmtSazFJYkZKWmJHVlJNelF6TkRNNUpUSXlKVE5CSlRkQ0pUSXlhV1FsTWpJbE0wRWxNakprUmsxSWJGSlpiR1ZSTXpRek5ETTV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tMTVWVTlZVEdwWVdFSXdOakE1TmpBbE1qSWxOMFFsTWtNbE4wSWxNakp1WVcxbEpUSXlKVE5CSlRJeUpVVTFKVGt3SlRoRUpVVTNKVUUzSlVJd0pUSXlKVEpESlRJeWRIbHdaU1V5TWlVelFTVXlNbk4wY21sdVp5VXlNaVV5UXlVeU1uWmhiSFZsSlRJeUpUTkJKVEl5SlRJeUpUSkRKVEl5WTJGMFpXZHZjbmtsTWpJbE0wRWxNakprWldaaGRXeDBKVEl5SlRKREpUSXlhV1FsTWpJbE0wRWxNakpJWm1KRlJrRkNVRXRDTXpneE16TTN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VFsVlpZMjl3YjNGV1pEQXdNREl5T1NVeU1pVTNSQ1V5UXlVM1FpVXlNbTVoYldVbE1qSWxNMEVsTWpJbFJUZ2xRa1lsT1VVbFJUWWxPRVVsUVRVbE1qSWxNa01sTWpKMGVYQmxKVEl5SlROQkpUSXliR2x1YXlVeU1pVXlReVV5TW5aaGJIVmxKVEl5SlROQkpUSXlKVEl5SlRKREpUSXlZMkYwWldkdmNua2xNaklsTTBFbE1qSmtaV1poZFd4MEpUSXlKVEpESlRJeWFXUWxNaklsTTBFbE1qSlBaVVpuUTNsVlNYbFNORGd3TlRNeUpUSXlKVGRFSlRKREpUZENKVEl5Ym1GdFpTVXlNaVV6UVNVeU1pVkZOQ1ZDUlNWQ1JpVkZOeVZCUXlWQ1FTVXlNaVV5UXlVeU1uUjVjR1VsTWpJbE0wRWxNakp6ZEhKcGJtY2xNaklsTWtNbE1qSjJZV3gxWlNVeU1pVXpRU1V5TWlVeU1pVXlReVV5TW1OaGRHVm5iM0o1SlRJeUpUTkJKVEl5WkdWbVlYVnNkQ1V5TWlVeVF5VXlNbWxrSlRJeUpUTkJKVEl5YlZOcVdHMVRVVmxPUXpFMU1UWTFPQ1V5TWlVM1JDVTFSQ1V5UXlVeU1uQnliM0J6SlRJeUpUTkJKVGRDSlRJeWVDVXlNaVV6UVRFNE1DNDJNREF3TURZeE1ETTFNVFUyTWlVeVF5VXlNbmtsTWpJbE0wRXlORGN1TlRrNU9UazRORGMwTVRJeE1TVXlReVV5TW5jbE1qSWxNMEU1TmlVeVF5VXlNbWdsTWpJbE0wRTFOQ1V5UXlVeU1ucHBibVJsZUNVeU1pVXpRVEVsTWtNbE1qSmhibWRzWlNVeU1pVXpRVEV1TlRjd056azJNekkyTnprME9EazJOaVUzUkNVeVF5VXlNbk5vWVhCbFUzUjViR1VsTWpJbE0wRWxOMElsTWpKaGJIQm9ZU1V5TWlVelFURWxOMFFsTWtNbE1qSnNhVzVsVTNSNWJHVWxNaklsTTBFbE4wSWxNakpzYVc1bFYybGtkR2dsTWpJbE0wRXhMalVsTjBRbE1rTWxNakptYVd4c1UzUjViR1VsTWpJbE0wRWxOME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TNSQ1V5UXlVeU1uUmxlSFJDYkc5amF5VXlNaVV6UVNVMVFpVTNRaVV5TW5CdmMybDBhVzl1SlRJeUpUTkJKVGRDSlRJeWVDVXlNaVV6UVRFd0pUSkRKVEl5ZVNVeU1pVXpRVEFsTWtNbE1qSjNKVEl5SlROQkpUSXlkeTB5TUNVeU1pVXlReVV5TW1nbE1qSWxNMEVsTWpKb0pUSXlKVGRFSlRKREpUSXlkR1Y0ZENVeU1pVXpRU1V5TWtWSE16QXhNRE1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nBlVXhPYkVWRGQxUktOVFUyT1RBeEpUSXlKVE5CSlRkQ0pUSXlhV1FsTWpJbE0wRWxNakpwZVV4T2JFVkRkMVJLTlRVMk9UQXh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raE1WM1Y2VEZoemFtNHpOVEEwT0RnbE1qSWxOMFFsTWtNbE4wSWxNakp1WVcxbEpUSXlKVE5CSlRJeUpVVTFKVGt3SlRoRUpVVTNKVUUzSlVJd0pUSXlKVEpESlRJeWRIbHdaU1V5TWlVelFTVXlNbk4wY21sdVp5VXlNaVV5UXlVeU1uWmhiSFZsSlRJeUpUTkJKVEl5SlRJeUpUSkRKVEl5WTJGMFpXZHZjbmtsTWpJbE0wRWxNakprWldaaGRXeDBKVEl5SlRKREpUSXlhV1FsTWpJbE0wRWxNakpVVmtKSlVtMXBZWGRuTURRek5EZ3d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WVWZFdSMkY0YTNCVVF6UTJORFV5T1NVeU1pVTNSQ1V5UXlVM1FpVXlNbTVoYldVbE1qSWxNMEVsTWpJbFJUZ2xRa1lsT1VVbFJUWWxPRVVsUVRVbE1qSWxNa01sTWpKMGVYQmxKVEl5SlROQkpUSXliR2x1YXlVeU1pVXlReVV5TW5aaGJIVmxKVEl5SlROQkpUSXlKVEl5SlRKREpUSXlZMkYwWldkdmNua2xNaklsTTBFbE1qSmtaV1poZFd4MEpUSXlKVEpESlRJeWFXUWxNaklsTTBFbE1qSnhRME55WkZWNVJscEVOamcwTXpVM0pUSXlKVGRFSlRKREpUZENKVEl5Ym1GdFpTVXlNaVV6UVNVeU1pVkZOQ1ZDUlNWQ1JpVkZOeVZCUXlWQ1FTVXlNaVV5UXlVeU1uUjVjR1VsTWpJbE0wRWxNakp6ZEhKcGJtY2xNaklsTWtNbE1qSjJZV3gxWlNVeU1pVXpRU1V5TWlVeU1pVXlReVV5TW1OaGRHVm5iM0o1SlRJeUpUTkJKVEl5WkdWbVlYVnNkQ1V5TWlVeVF5VXlNbWxrSlRJeUpUTkJKVEl5VDNWSlVHRkxVMnh3VlRReE1EWTJOaVV5TWlVM1JDVTFSQ1V5UXlVeU1uQnliM0J6SlRJeUpUTkJKVGRDSlRJeWVDVXlNaVV6UVRZNU5TNDJNREF3TURZeE1ETTFNVFUySlRKREpUSXllU1V5TWlVelFUSTBOQzQxT1RrNU9UZzBOelF4TWpFeEpUSkRKVEl5ZHlVeU1pVXpRVGsySlRKREpUSXlhQ1V5TWlVelFUVTJKVEpESlRJeWVtbHVaR1Y0SlRJeUpUTkJNaVV5UXlVeU1tRnVaMnhsSlRJeUpUTkJNUzQxTnpBM09UWXpNalkzT1RRNE9UWTJKVGRFSlRKREpUSXljMmhoY0dWVGRIbHNaU1V5TWlVelFTVTNRaVV5TW1Gc2NHaGhKVEl5SlROQk1TVTNSQ1V5UXlVeU1teHBibVZUZEhsc1pTVXlNaVV6UVNVM1FpVXlNbXhwYm1WWGFXUjBhQ1V5TWlVelFURXVOU1UzUkNVeVF5VXlNbVpwYkd4VGRIbHNaU1V5TWlVelFTVTNR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ZEVKVEpESlRJeWRHVjRkRUpzYjJOckpUSXlKVE5CSlRWQ0pUZENKVEl5Y0c5emFYUnBiMjRsTWpJbE0wRWxOMElsTWpKNEpUSXlKVE5CTVRBbE1rTWxNako1SlRJeUpUTkJNQ1V5UXlVeU1uY2xNaklsTTBFbE1qSjNMVEl3SlRJeUpUSkRKVEl5YUNVeU1pVXpRU1V5TW1nbE1qSWxOMFFsTWtNbE1qSjBaWGgwSlRJeUpUTkJKVEl5UlVjek1ERXp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VQwOXlUR2REZEhaMFVETTFOekkyTWlVeU1pVXpRU1UzUWlVeU1tbGtKVEl5SlROQkpUSXlUMDl5VEdkRGRIWjBVRE0xTnpJMk1pVXlNaVV5UXlVeU1tNWhiV1VsTWpJbE0wRWxNakp5YjNWdVpGSmxZM1JoYm1kc1pTVXlNaVV5UXlVeU1uUnBkR3hsSlRJeUpUTkJKVEl5SlVVMUpUbERKVGcySlVVNEpVRTNKVGt5SlVVM0pUbEdKVUU1SlVVMUpVSkVKVUV5SlRJeUpUSkRKVEl5WTJGMFpXZHZjbmtsTWpJbE0wRWxNakppWVhOcFl5VXlNaVV5UXlVeU1tZHliM1Z3SlRJeUpUTkJKVEl5SlRJeUpUSkRKVEl5WjNKdmRYQk9ZVzFsSlRJeUpUTkJiblZzYkNVeVF5VXlNbXh2WTJ0bFpDVXlNaVV6UVdaaGJITmxKVEpESlRJeWJHbHVheVV5TWlVelFTVXlNaVV5TWlVeVF5VXlNbU5vYVd4a2NtVnVKVEl5SlROQkpUVkNKVFZFSlRKREpUSXljR0Z5Wlc1MEpUSXlKVE5CSlRJeUpUSXlKVEpESlRJeWNtVnphWHBsUkdseUpUSXlKVE5CSlRWQ0pUSXlkR3dsTWpJbE1rTWxNakowY2lVeU1pVXlReVV5TW1KeUpUSXlKVEpESlRJeVltd2xNaklsTWtNbE1qSnNKVEl5SlRKREpUSXlkQ1V5TWlVeVF5VXlNbklsTWpJbE1rTWxNakppSlRJeUpUVkVKVEpESlRJeVlYUjBjbWxpZFhSbEpUSXlKVE5CSlRkQ0pUSXlZMjl1ZEdGcGJtVnlKVEl5SlROQlptRnNjMlVsTWtNbE1qSjJhWE5wWW14bEpUSXlKVE5CZEhKMVpTVXlReVV5TW5KdmRHRjBZV0pzWlNVeU1pVXpRWFJ5ZFdVbE1rTWxNakpzYVc1cllXSnNaU1V5TWlVelFYUnlkV1VsTWtNbE1qSmpiMnhzWVhCellXSnNaU1V5TWlVelFXWmhiSE5sSlRKREpUSXlZMjlzYkdGd2MyVmtKVEl5SlROQlptRnNjMlVsTWtNbE1qSm1hWGhsWkV4cGJtc2xNaklsTTBGbVlXeHpaU1V5UXlVeU1tMWhjbXRsY2s5bVpuTmxkQ1V5TWlVelFUVWxOMFFsTWtNbE1qSmtZWFJoUVhSMGNtbGlkWFJsY3lVeU1pVXpRU1UxUWlVM1FpVXlNbTVoYldVbE1qSWxNMEVsTWpJbFJUVWxRa0VsT0VZbFJUVWxPRVlsUWpjbE1qSWxNa01sTWpKMGVYQmxKVEl5SlROQkpUSXliblZ0WW1WeUpUSXlKVEpESlRJeWRtRnNkV1VsTWpJbE0wRWxNaklsTWpJbE1rTWxNakpqWVhSbFoyOXllU1V5TWlVelFTVXlNbVJsWm1GMWJIUWxNaklsTWtNbE1qSnBaQ1V5TWlVelFTVXlNbVowVFc1aFUyTldRV2szTlRreU1UUWxNaklsTjBRbE1rTWxOMElsTWpKdVlXMWxKVEl5SlROQkpUSXlKVVUxSlRrd0pUaEVKVVUzSlVFM0pVSXdKVEl5SlRKREpUSXlkSGx3WlNVeU1pVXpRU1V5TW5OMGNtbHVaeVV5TWlVeVF5VXlNblpoYkhWbEpUSXlKVE5CSlRJeUpUSXlKVEpESlRJeVkyRjBaV2R2Y25rbE1qSWxNMEVsTWpKa1pXWmhkV3gwSlRJeUpUSkRKVEl5YVdRbE1qSWxNMEVsTWpKaFpuSlFjV3BoYTFkRE5UTTFORFExSlRJeUpUZEVKVEpESlRkQ0pUSXlibUZ0WlNVeU1pVXpRU1V5TWlWRk5pVTRPU1U0TUNWRk5pVTVReVU0T1NWRk9DVTRNQ1U0TlNVeU1pVXlReVV5TW5SNWNHVWxNaklsTTBFbE1qSnpkSEpwYm1jbE1qSWxNa01sTWpKMllXeDFaU1V5TWlVelFTVXlNaVV5TWlVeVF5VXlNbU5oZEdWbmIzSjVKVEl5SlROQkpUSXlaR1ZtWVhWc2RDVXlNaVV5UXlVeU1tbGtKVEl5SlROQkpUSXlSSE5XWW5WVGNtRkhTRFF4T0RJek9TVXlNaVUzUkNVeVF5VTNRaVV5TW01aGJXVWxNaklsTTBFbE1qSWxSVGdsUWtZbE9VVWxSVFlsT0VVbFFUVWxNaklsTWtNbE1qSjBlWEJsSlRJeUpUTkJKVEl5YkdsdWF5VXlNaVV5UXlVeU1uWmhiSFZsSlRJeUpUTkJKVEl5SlRJeUpUSkRKVEl5WTJGMFpXZHZjbmtsTWpJbE0wRWxNakprWldaaGRXeDBKVEl5SlRKREpUSXlhV1FsTWpJbE0wRWxNakp1V1dKalRWWm5hbWxVTkRNM056ZzRKVEl5SlRkRUpUSkRKVGRDSlRJeWJtRnRaU1V5TWlVelFTVXlNaVZGTkNWQ1JTVkNSaVZGTnlWQlF5VkNRU1V5TWlVeVF5VXlNblI1Y0dVbE1qSWxNMEVsTWpKemRISnBibWNsTWpJbE1rTWxNakoyWVd4MVpTVXlNaVV6UVNVeU1pVXlNaVV5UXlVeU1tTmhkR1ZuYjNKNUpUSXlKVE5CSlRJeVpHVm1ZWFZzZENVeU1pVXlReVV5TW1sa0pUSXlKVE5CSlRJeWFXOTFSR2xZWkhKSldqQTJOVEE0TWlVeU1pVTNSQ1UxUkNVeVF5VXlNbkJ5YjNCekpUSXlKVE5CSlRkQ0pUSXllQ1V5TWlVelFUTXlNaTQyTURBd01EWXhNRE0xTVRVMkpUSkRKVEl5ZVNVeU1pVXpRVEU1TUM0MU9UazVPVGcwTnpReE1qRXhKVEpESlRJeWR5VXlNaVV6UVRrMkpUSkRKVEl5YUNVeU1pVXpRVFUwSlRKREpUSXllbWx1WkdWNEpUSXlKVE5CTXlVeVF5VXlNbUZ1WjJ4bEpUSXlKVE5CTUNVM1JDVXlReVV5TW5Ob1lYQmxVM1I1YkdVbE1qSWxNMEVsTjBJbE1qSmhiSEJvWVNVeU1pVXpRVEVsTjBRbE1rTWxNakpzYVc1bFUzUjViR1VsTWpJbE0wRWxOMElsTWpKeWIzVnVaR2x1WnlVeU1pVXpRVFFsTWtNbE1qSnNhVzVsVjJsa2RHZ2xNaklsTTBFeExqVWxOMFFsTWtNbE1qSm1hV3hzVTNSNWJHVWxNaklsTTBFbE4wSWxOMFFsTWtNbE1qSjBhR1Z0WlNVeU1pVXpRU1UzUWlVM1JDVXlReVV5TW5CaGRHZ2xNaklsTTBFbE5VSWxOMEl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M1JDVXlReVV5TW5SbGVIUkNiRzlqYXlVeU1pVXpRU1UxUWlVM1FpVXlNbkJ2YzJsMGFXOXVKVEl5SlROQkpUZENKVEl5ZUNVeU1pVXpRVEV3SlRKREpUSXllU1V5TWlVelFUQWxNa01sTWpKM0pUSXlKVE5CSlRJeWR5MHlNQ1V5TWlVeVF5VXlNbWdsTWpJbE0wRWxNakpvSlRJeUpUZEVKVEpESlRJeWRHVjRkQ1V5TWlVelFTVXlNaVZGTlNVNE5TVkNNeVV5UmlWRk5TVkNReVU0TUN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a0ZPZW05UWRFZElibkl5TVRNNE1qZ2xNaklsTTBFbE4wSWxNakpwWkNVeU1pVXpRU1V5TWtGT2VtOVFkRWRJYm5JeU1UTTRNamdsTWpJbE1rTWxNakp1WVcxbEpUSXlKVE5CSlRJeWNtOTFibVJTWldOMFlXNW5iR1VsTWpJbE1rTWxNakowYVhSc1pTVXlNaVV6UVNVeU1pVkZOU1U1UXlVNE5pVkZPQ1ZCTnlVNU1pVkZOeVU1UmlWQk9TVkZOU1ZDUkNWQk1pVXlNaVV5UXlVeU1tTmhkR1ZuYjNKNUpUSXlKVE5CSlRJeVltRnphV01sTWpJbE1rTWxNakpuY205MWNDVXlNaVV6UVNVeU1pVXlNaVV5UXlVeU1tZHliM1Z3VG1GdFpTVXlNaVV6UVc1MWJHd2xNa01sTWpKc2IyTnJaV1FsTWpJbE0wRm1ZV3h6WlNVeVF5VXlNbXhwYm1zbE1qSWxNMEVsTWpJbE1qSWxNa01sTWpKamFHbHNaSEpsYmlVeU1pVXpRU1UxUWlVMVJDVXlReVV5TW5CaGNtVnVkQ1V5TWlVelFTVXlNaVV5TWlVeVF5VXlNbkpsYzJsNlpVUnBjaVV5TWlVelFTVTFRaVV5TW5Sc0pUSXlKVEpESlRJeWRISWxNaklsTWtNbE1qSmljaVV5TWlVeVF5VXlNbUpzSlRJeUpUSkRKVEl5YkNVeU1pVXlReVV5TW5RbE1qSWxNa01sTWpKeUpUSXlKVEpESlRJeVlpVXlNaVUxUkNVeVF5VXlNbUYwZEhKcFluVjBaU1V5TWlVelFTVTNRaVV5TW1OdmJuUmhhVzVsY2lVeU1pVXpRV1poYkhObEpUSkRKVEl5ZG1semFXSnNaU1V5TWlVelFYUnlkV1VsTWtNbE1qSnliM1JoZEdGaWJHVWxNaklsTTBGMGNuVmxKVEpESlRJeWJHbHVhMkZpYkdVbE1qSWxNMEYwY25WbEpUSkRKVEl5WTI5c2JHRndjMkZpYkdVbE1qSWxNMEZtWVd4elpTVXlReVV5TW1OdmJHeGhjSE5sWkNVeU1pVXpRV1poYkhObEpUSkRKVEl5Wm1sNFpXUk1hVzVySlRJeUpUTkJabUZzYzJVbE1rTWxNakp0WVhKclpYSlBabVp6WlhRbE1qSWxNMEUxSlRkRUpUSkRKVEl5WkdGMFlVRjBkSEpwWW5WMFpYTWxNaklsTTBFbE5VSWxOMElsTWpKdVlXMWxKVEl5SlROQkpUSXlKVVUxSlVKQkpUaEdKVVUxSlRoR0pVSTNKVEl5SlRKREpUSXlkSGx3WlNVeU1pVXpRU1V5TW01MWJXSmxjaVV5TWlVeVF5VXlNblpoYkhWbEpUSXlKVE5CSlRJeUpUSXlKVEpESlRJeVkyRjBaV2R2Y25rbE1qSWxNMEVsTWpKa1pXWmhkV3gwSlRJeUpUSkRKVEl5YVdRbE1qSWxNMEVsTWpKYVVtNVFaSEp1Wm1wNk5UWTFOREF6SlRJeUpUZEVKVEpESlRkQ0pUSXlibUZ0WlNVeU1pVXpRU1V5TWlWRk5TVTVNQ1U0UkNWRk55VkJOeVZDTUNVeU1pVXlReVV5TW5SNWNHVWxNaklsTTBFbE1qSnpkSEpwYm1jbE1qSWxNa01sTWpKMllXeDFaU1V5TWlVelFTVXlNaVV5TWlVeVF5VXlNbU5oZEdWbmIzSjVKVEl5SlROQkpUSXlaR1ZtWVhWc2RDVXlNaVV5UXlVeU1tbGtKVEl5SlROQkpUSXlTRTEzUVZKNVNtcFhURFE1T0RJeE55VXlNaVUzUkNVeVF5VTNRaVV5TW01aGJXVWxNaklsTTBFbE1qSWxSVFlsT0RrbE9EQWxSVFlsT1VNbE9Ea2xSVGdsT0RBbE9EVWxNaklsTWtNbE1qSjBlWEJsSlRJeUpUTkJKVEl5YzNSeWFXNW5KVEl5SlRKREpUSXlkbUZzZFdVbE1qSWxNMEVsTWpJbE1qSWxNa01sTWpKallYUmxaMjl5ZVNVeU1pVXpRU1V5TW1SbFptRjFiSFFsTWpJbE1rTWxNakpwWkNVeU1pVXpRU1V5TW05MWIzTnBka2RrYzJnd01qRXdNRElsTWpJbE4wUWxNa01sTjBJbE1qSnVZVzFsSlRJeUpUTkJKVEl5SlVVNEpVSkdKVGxGSlVVMkpUaEZKVUUxSlRJeUpUSkRKVEl5ZEhsd1pTVXlNaVV6UVNVeU1teHBibXNsTWpJbE1rTWxNakoyWVd4MVpTVXlNaVV6UVNVeU1pVXlNaVV5UXlVeU1tTmhkR1ZuYjNKNUpUSXlKVE5CSlRJeVpHVm1ZWFZzZENVeU1pVXlReVV5TW1sa0pUSXlKVE5CSlRJeVJXeHBZM1ZzVG5WMGREZzVNakl6TXlVeU1pVTNSQ1V5UXlVM1FpVXlNbTVoYldVbE1qSWxNMEVsTWpJbFJUUWxRa1VsUWtZbFJUY2xRVU1sUWtFbE1qSWxNa01sTWpKMGVYQmxKVEl5SlROQkpUSXljM1J5YVc1bkpUSXlKVEpESlRJeWRtRnNkV1VsTWpJbE0wRWxNaklsTWpJbE1rTWxNakpqWVhSbFoyOXllU1V5TWlVelFTVXlNbVJsWm1GMWJIUWxNaklsTWtNbE1qSnBaQ1V5TWlVelFTVXlNbWhCUTJ0clZrSm9hVTB3TnpRek5qQWxNaklsTjBRbE5VUWxNa01sTWpKd2NtOXdjeVV5TWlVelFTVTNRaVV5TW5nbE1qSWxNMEV6TWpJdU5qQXdNREEyTVRBek5URTFOaVV5UXlVeU1ua2xNaklsTTBFek1ETXVOVGs1T1RrNE5EYzBNVEl4TVNVeVF5VXlNbmNsTWpJbE0wRTVOaVV5UXlVeU1tZ2xNaklsTTBFMU5DVXlReVV5TW5wcGJtUmxlQ1V5TWlVelFUUWxNa01sTWpKaGJtZHNaU1V5TWlVelFUQWxOMFFsTWtNbE1qSnphR0Z3WlZOMGVXeGxKVEl5SlROQkpUZENKVEl5WVd4d2FHRWxNaklsTTBFeEpUZEVKVEpESlRJeWJHbHVaVk4wZVd4bEpUSXlKVE5CSlRkQ0pUSXljbTkxYm1ScGJtY2xNaklsTTBFMEpUSkRKVEl5YkdsdVpWZHBaSFJvSlRJeUpUTkJNUzQxSlRkRUpUSkRKVEl5Wm1sc2JGTjBlV3hsSlRJeUpUTkJKVGRDSlRkRUpUSkRKVEl5ZEdobGJXVWxNaklsTTBFbE4wSWxOMFFsTWtNbE1qSndZWFJvSlRJeUpUTkJKVFZDSlRkQ0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OMFFsTWtNbE1qSjBaWGgwUW14dlkyc2xNaklsTTBFbE5VSWxOMElsTWpKd2IzTnBkR2x2YmlVeU1pVXpRU1UzUWlVeU1uZ2xNaklsTTBFeE1DVXlReVV5TW5rbE1qSWxNMEV3SlRKREpUSXlkeVV5TWlVelFTVXlNbmN0TWpBbE1qSWxNa01sTWpKb0pUSXlKVE5CSlRJeWFDVXlNaVUzUkNVeVF5VXlNblJsZUhRbE1qSWxNMEVsTWpJbFJUVWxRa01sT0RBbE1rWWxSVFVsT0RVbFFqTW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dFUyMUZaMUJTZW1OVU1EQTVPREU1SlRJeUpUTkJKVGRDSlRJeWFXUWxNaklsTTBFbE1qSnRVMjFGWjFCU2VtTlVNREE1T0RFNUpUSXlKVEpESlRJeWJtRnRaU1V5TWlVelFTVXlNbkp2ZFc1a1VtVmpkR0Z1WjJ4bEpUSXlKVEpESlRJeWRHbDBiR1VsTWpJbE0wRWxNaklsUlRVbE9VTWxPRFlsUlRnbFFUY2xPVE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WSFZZVGs5UVRtSmllRGc0TnpreU55VXlNaVUzUkNVeVF5VTNRaVV5TW01aGJXVWxNaklsTTBFbE1qSWxSVFVsT1RBbE9FUWxSVGNsUVRjbFFqQWxNaklsTWtNbE1qSjBlWEJsSlRJeUpUTkJKVEl5YzNSeWFXNW5KVEl5SlRKREpUSXlkbUZzZFdVbE1qSWxNMEVsTWpJbE1qSWxNa01sTWpKallYUmxaMjl5ZVNVeU1pVXpRU1V5TW1SbFptRjFiSFFsTWpJbE1rTWxNakpwWkNVeU1pVXpRU1V5TW1scFpWaHJla3QzVG1vd09UWTNNall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k1kM2RxUkUxbmFVNVdNVFl6TlRRMEpUSXlKVGRFSlRKREpUZENKVEl5Ym1GdFpTVXlNaVV6UVNVeU1pVkZPQ1ZDUmlVNVJTVkZOaVU0UlNWQk5TVXlNaVV5UXlVeU1uUjVjR1VsTWpJbE0wRWxNakpzYVc1ckpUSXlKVEpESlRJeWRtRnNkV1VsTWpJbE0wRWxNaklsTWpJbE1rTWxNakpqWVhSbFoyOXllU1V5TWlVelFTVXlNbVJsWm1GMWJIUWxNaklsTWtNbE1qSnBaQ1V5TWlVelFTVXlNbEIxZVd0dlQxbG5ZVTgwTnpjeU9ETWxNaklsTjBRbE1rTWxOMElsTWpKdVlXMWxKVEl5SlROQkpUSXlKVVUwSlVKRkpVSkdKVVUzSlVGREpVSkJKVEl5SlRKREpUSXlkSGx3WlNVeU1pVXpRU1V5TW5OMGNtbHVaeVV5TWlVeVF5VXlNblpoYkhWbEpUSXlKVE5CSlRJeUpUSXlKVEpESlRJeVkyRjBaV2R2Y25rbE1qSWxNMEVsTWpKa1pXWmhkV3gwSlRJeUpUSkRKVEl5YVdRbE1qSWxNMEVsTWpKWlEyTnVXbmxKVGxCeU9EY3hNamN5SlRJeUpUZEVKVFZFSlRKREpUSXljSEp2Y0hNbE1qSWxNMEVsTjBJbE1qSjRKVEl5SlROQk5UVXlMall3TURBd05qRXdNelV4TlRZbE1rTWxNako1SlRJeUpUTkJNVGt3TGpVNU9UazVPRFEzTkRFeU1URWxNa01sTWpKM0pUSXlKVE5CT1RZbE1rTWxNakpvSlRJeUpUTkJOVFFsTWtNbE1qSjZhVzVrWlhnbE1qSWxNMEUxSlRKREpUSXlZVzVuYkdVbE1qSWxNMEV3SlRkRUpUSkRKVEl5YzJoaGNHVlRkSGxzWlNVeU1pVXpRU1UzUWlVeU1tRnNjR2hoSlRJeUpUTkJNU1UzUkNVeVF5VXlNbXhwYm1WVGRIbHNaU1V5TWlVelFTVTNRaVV5TW5KdmRXNWthVzVuSlRJeUpUTkJOQ1V5UXlVeU1teHBibVZYYVdSMGFDVXlNaVV6UVRFdU5TVTNSQ1V5UXlVeU1tWnBiR3hUZEhsc1pTVXlNaVV6UVNVM1FpVTNSQ1V5UXlVeU1uUm9aVzFsSlRJeUpUTkJKVGRDSlRkRUpUSkRKVEl5Y0dGMGFDVXlNaVV6UVNVMVFpVTNRaVV5TW1GamRHbHZibk1sTWpJbE0wRWxOVUlsTjBJbE1qSmhZM1JwYjI0bE1qSWxNMEVsTWpKdGIzWmxKVEl5SlRKREpUSXllQ1V5TWlVelFTVXlNakFsTWpJbE1rTWxNako1SlRJeUpUTkJKVEl5TUNVeU1pVTNSQ1V5UXlVM1FpVXlNbUZqZEdsdmJpVXlNaVV6UVNVeU1teHBibVVsTWpJbE1rTWxNako0SlRJeUpUTkJKVEl5ZHlVeU1pVXlReVV5TW5rbE1qSWxNMEVsTWpJd0pUSXlKVGRFSlRKREpUZENKVEl5WVdOMGFXOXVKVEl5SlROQkpUSXliR2x1WlNVeU1pVXlReVV5TW5nbE1qSWxNMEVsTWpKM0pUSXlKVEpESlRJeWVTVXlNaVV6UVNVeU1tZ2xNaklsTjBRbE1rTWxOMElsTWpKaFkzUnBiMjRsTWpJbE0wRWxNakpzYVc1bEpUSXlKVEpESlRJeWVDVXlNaVV6UVNVeU1qQWxNaklsTWtNbE1qSjVKVEl5SlROQkpUSXlhQ1V5TWlVM1JDVXlReVUzUWlVeU1tRmpkR2x2YmlVeU1pVXpRU1V5TW1Oc2IzTmxKVEl5SlRkRUpUVkVKVGRFSlRWRUpUSkRKVEl5Wm05dWRGTjBlV3hsSlRJeUpUTkJKVGRDSlRkRUpUSkRKVEl5ZEdWNGRFSnNiMk5ySlRJeUpUTkJKVFZDSlRkQ0pUSXljRzl6YVhScGIyNGxNaklsTTBFbE4wSWxNako0SlRJeUpUTkJNVEFsTWtNbE1qSjVKVEl5SlROQk1DVXlReVV5TW5jbE1qSWxNMEVsTWpKM0xUSXdKVEl5SlRKREpUSXlhQ1V5TWlVelFTVXlNbWdsTWpJbE4wUWxNa01sTWpKMFpYaDBKVEl5SlROQkpUSXlKVVUxSlRnMUpVSXp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VEzbEtaSGRpU1ZWUWJ6STNNalF6TlNVeU1pVXpRU1UzUWlVeU1tbGtKVEl5SlROQkpUSXlRM2xLWkhkaVNWVlFiekkzTWpRek5TVXlNaVV5UXlVeU1tNWhiV1VsTWpJbE0wRWxNakp5YjNWdVpGSmxZM1JoYm1kc1pTVXlNaVV5UXlVeU1uUnBkR3hsSlRJeUpUTkJKVEl5SlVVMUpUbERKVGcySlVVNEpVRTNKVGt5SlVVM0pUbEdKVUU1SlVVMUpVSkVKVUV5SlRJeUpUSkRKVEl5WTJGMFpXZHZjbmtsTWpJbE0wRWxNakppWVhOcFl5VXlNaVV5UXlVeU1tZHliM1Z3SlRJeUpUTkJKVEl5SlRJeUpUSkRKVEl5WjNKdmRYQk9ZVzFsSlRJeUpUTkJiblZzYkNVeVF5VXlNbXh2WTJ0bFpDVXlNaVV6UVdaaGJITmxKVEpESlRJeWJHbHVheVV5TWlVelFTVXlNaVV5TWlVeVF5VXlNbU5vYVd4a2NtVnVKVEl5SlROQkpUVkNKVFZFSlRKREpUSXljR0Z5Wlc1MEpUSXlKVE5CSlRJeUpUSXlKVEpESlRJeWNtVnphWHBsUkdseUpUSXlKVE5CSlRWQ0pUSXlkR3dsTWpJbE1rTWxNakowY2lVeU1pVXlReVV5TW1KeUpUSXlKVEpESlRJeVltd2xNaklsTWtNbE1qSnNKVEl5SlRKREpUSXlkQ1V5TWlVeVF5VXlNbklsTWpJbE1rTWxNakppSlRJeUpUVkVKVEpESlRJeVlYUjBjbWxpZFhSbEpUSXlKVE5CSlRkQ0pUSXlZMjl1ZEdGcGJtVnlKVEl5SlROQlptRnNjMlVsTWtNbE1qSjJhWE5wWW14bEpUSXlKVE5CZEhKMVpTVXlReVV5TW5KdmRHRjBZV0pzWlNVeU1pVXpRWFJ5ZFdVbE1rTWxNakpzYVc1cllXSnNaU1V5TWlVelFYUnlkV1VsTWtNbE1qSmpiMnhzWVhCellXSnNaU1V5TWlVelFXWmhiSE5sSlRKREpUSXlZMjlzYkdGd2MyVmtKVEl5SlROQlptRnNjMlVsTWtNbE1qSm1hWGhsWkV4cGJtc2xNaklsTTBGbVlXeHpaU1V5UXlVeU1tMWhjbXRsY2s5bVpuTmxkQ1V5TWlVelFUVWxOMFFsTWtNbE1qSmtZWFJoUVhSMGNtbGlkWFJsY3lVeU1pVXpRU1UxUWlVM1FpVXlNbTVoYldVbE1qSWxNMEVsTWpJbFJUVWxRa0VsT0VZbFJUVWxPRVlsUWpjbE1qSWxNa01sTWpKMGVYQmxKVEl5SlROQkpUSXliblZ0WW1WeUpUSXlKVEpESlRJeWRtRnNkV1VsTWpJbE0wRWxNaklsTWpJbE1rTWxNakpqWVhSbFoyOXllU1V5TWlVelFTVXlNbVJsWm1GMWJIUWxNaklsTWtNbE1qSnBaQ1V5TWlVelFTVXlNblpUVjIxS2FXUlBTMjAxTmpFMk5ERWxNaklsTjBRbE1rTWxOMElsTWpKdVlXMWxKVEl5SlROQkpUSXlKVVUxSlRrd0pUaEVKVVUzSlVFM0pVSXdKVEl5SlRKREpUSXlkSGx3WlNVeU1pVXpRU1V5TW5OMGNtbHVaeVV5TWlVeVF5VXlNblpoYkhWbEpUSXlKVE5CSlRJeUpUSXlKVEpESlRJeVkyRjBaV2R2Y25rbE1qSWxNMEVsTWpKa1pXWmhkV3gwSlRJeUpUSkRKVEl5YVdRbE1qSWxNMEVsTWpKNGMyVkphbEJCVm5KaU56SXpNVEEzSlRJeUpUZEVKVEpESlRkQ0pUSXlibUZ0WlNVeU1pVXpRU1V5TWlWRk5pVTRPU1U0TUNWRk5pVTVReVU0T1NWRk9DVTRNQ1U0TlNVeU1pVXlReVV5TW5SNWNHVWxNaklsTTBFbE1qSnpkSEpwYm1jbE1qSWxNa01sTWpKMllXeDFaU1V5TWlVelFTVXlNaVV5TWlVeVF5VXlNbU5oZEdWbmIzSjVKVEl5SlROQkpUSXlaR1ZtWVhWc2RDVXlNaVV5UXlVeU1tbGtKVEl5SlROQkpUSXliVlJaVEhwbldYWlRiVFk1TmpRMU55VXlNaVUzUkNVeVF5VTNRaVV5TW01aGJXVWxNaklsTTBFbE1qSWxSVGdsUWtZbE9VVWxSVFlsT0VVbFFUVWxNaklsTWtNbE1qSjBlWEJsSlRJeUpUTkJKVEl5YkdsdWF5VXlNaVV5UXlVeU1uWmhiSFZsSlRJeUpUTkJKVEl5SlRJeUpUSkRKVEl5WTJGMFpXZHZjbmtsTWpJbE0wRWxNakprWldaaGRXeDBKVEl5SlRKREpUSXlhV1FsTWpJbE0wRWxNakpyWVhkbGIyeDNRVmhOTkRVM056VXlKVEl5SlRkRUpUSkRKVGRDSlRJeWJtRnRaU1V5TWlVelFTVXlNaVZGTkNWQ1JTVkNSaVZGTnlWQlF5VkNRU1V5TWlVeVF5VXlNblI1Y0dVbE1qSWxNMEVsTWpKemRISnBibWNsTWpJbE1rTWxNakoyWVd4MVpTVXlNaVV6UVNVeU1pVXlNaVV5UXlVeU1tTmhkR1ZuYjNKNUpUSXlKVE5CSlRJeVpHVm1ZWFZzZENVeU1pVXlReVV5TW1sa0pUSXlKVE5CSlRJeVNVVnlVRTlTWWxOd1JqSTNPVEV4TVNVeU1pVTNSQ1UxUkNVeVF5VXlNbkJ5YjNCekpUSXlKVE5CSlRkQ0pUSXllQ1V5TWlVelFUVTFNaTQyTURBd01EWXhNRE0xTVRVMkpUSkRKVEl5ZVNVeU1pVXpRVE13TXk0MU9UazVPVGcwTnpReE1qRXhKVEpESlRJeWR5VXlNaVV6UVRrMkpUSkRKVEl5YUNVeU1pVXpRVFUwSlRKREpUSXllbWx1WkdWNEpUSXlKVE5CTmlVeVF5VXlNbUZ1WjJ4bEpUSXlKVE5CTUNVM1JDVXlReVV5TW5Ob1lYQmxVM1I1YkdVbE1qSWxNMEVsTjBJbE1qSmhiSEJvWVNVeU1pVXpRVEVsTjBRbE1rTWxNakpzYVc1bFUzUjViR1VsTWpJbE0wRWxOMElsTWpKeWIzVnVaR2x1WnlVeU1pVXpRVFFsTWtNbE1qSnNhVzVsVjJsa2RHZ2xNaklsTTBFeExqVWxOMFFsTWtNbE1qSm1hV3hzVTNSNWJHVWxNaklsTTBFbE4wSWxOMFFsTWtNbE1qSjBhR1Z0WlNVeU1pVXpRU1UzUWlVM1JDVXlReVV5TW5CaGRHZ2xNaklsTTBFbE5VSWxOMEl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M1JDVXlReVV5TW5SbGVIUkNiRzlqYXlVeU1pVXpRU1UxUWlVM1FpVXlNbkJ2YzJsMGFXOXVKVEl5SlROQkpUZENKVEl5ZUNVeU1pVXpRVEV3SlRKREpUSXllU1V5TWlVelFUQWxNa01sTWpKM0pUSXlKVE5CSlRJeWR5MHlNQ1V5TWlVeVF5VXlNbWdsTWpJbE0wRWxNakpvSlRJeUpUZEVKVEpESlRJeWRHVjRkQ1V5TWlVelFTVXlNaVZGTlNWQ1F5VTRNQ1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TNSQ1V5UXlVeU1saHhSSEY2WjA1V2NYQXlOVEE1TkRjbE1qSWxNMEVsTjBJbE1qSnBaQ1V5TWlVelFTVXlNbGh4UkhGNlowNVdjWEF5TlRBNU5EY2xNaklsTWtNbE1qSnVZVzFsSlRJeUpUTkJKVEl5Y205MWJtUWxNaklsTWtNbE1qSjBhWFJzWlNVeU1pVXpRU1V5TWlWRk5TVTVReVU0TmlWRk5TVkNSQ1ZCTWlVeU1pVXlReVV5TW1OaGRHVm5iM0o1SlRJeUpUTkJKVEl5WW1GemFXT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4wSWxNakp1WVcxbEpUSXlKVE5CSlRJeUpVVTFKVUpCSlRoR0pVVTFKVGhHSlVJM0pUSXlKVEpESlRJeWRIbHdaU1V5TWlVelFTVXlNbTUxYldKbGNpVXlNaVV5UXlVeU1uWmhiSFZsSlRJeUpUTkJKVEl5SlRJeUpUSkRKVEl5WTJGMFpXZHZjbmtsTWpJbE0wRWxNakprWldaaGRXeDBKVEl5SlRKREpUSXlhV1FsTWpJbE0wRWxNakpCZFd4a1RYbDBabWxUTURrMk16YzVKVEl5SlRkRUpUSkRKVGRDSlRJeWJtRnRaU1V5TWlVelFTVXlNaVZGTlNVNU1DVTRSQ1ZGTnlWQk55VkNNQ1V5TWlVeVF5VXlNblI1Y0dVbE1qSWxNMEVsTWpKemRISnBibWNsTWpJbE1rTWxNakoyWVd4MVpTVXlNaVV6UVNVeU1pVXlNaVV5UXlVeU1tTmhkR1ZuYjNKNUpUSXlKVE5CSlRJeVpHVm1ZWFZzZENVeU1pVXlReVV5TW1sa0pUSXlKVE5CSlRJeWRuTkJabGRvWkd4aVJUTXpPVEl3TVNVeU1pVTNSQ1V5UXlVM1FpVXlNbTVoYldVbE1qSWxNMEVsTWpJbFJUWWxPRGtsT0RBbFJUWWxPVU1sT0RrbFJUZ2xPREFsT0RVbE1qSWxNa01sTWpKMGVYQmxKVEl5SlROQkpUSXljM1J5YVc1bkpUSXlKVEpESlRJeWRtRnNkV1VsTWpJbE0wRWxNaklsTWpJbE1rTWxNakpqWVhSbFoyOXllU1V5TWlVelFTVXlNbVJsWm1GMWJIUWxNaklsTWtNbE1qSnBaQ1V5TWlVelFTVXlNbGRKZFdWVmRtRlJRMmN4TWpJeE16Y2xNaklsTjBRbE1rTWxOMElsTWpKdVlXMWxKVEl5SlROQkpUSXlKVVU0SlVKR0pUbEZKVVUySlRoRkpVRTFKVEl5SlRKREpUSXlkSGx3WlNVeU1pVXpRU1V5TW14cGJtc2xNaklsTWtNbE1qSjJZV3gxWlNVeU1pVXpRU1V5TWlVeU1pVXlReVV5TW1OaGRHVm5iM0o1SlRJeUpUTkJKVEl5WkdWbVlYVnNkQ1V5TWlVeVF5VXlNbWxrSlRJeUpUTkJKVEl5UlhoemVFTnlSRkZSVkRFMk1Ua3hPQ1V5TWlVM1JDVXlReVUzUWlVeU1tNWhiV1VsTWpJbE0wRWxNaklsUlRRbFFrVWxRa1lsUlRjbFFVTWxRa0VsTWpJbE1rTWxNakowZVhCbEpUSXlKVE5CSlRJeWMzUnlhVzVuSlRJeUpUSkRKVEl5ZG1Gc2RXVWxNaklsTTBFbE1qSWxNaklsTWtNbE1qSmpZWFJsWjI5eWVTVXlNaVV6UVNVeU1tUmxabUYxYkhRbE1qSWxNa01sTWpKcFpDVXlNaVV6UVNVeU1rVk5Za2RQUm1GblltODBOVGd3TURrbE1qSWxOMFFsTlVRbE1rTWxNakp3Y205d2N5VXlNaVV6UVNVM1FpVXlNbmdsTWpJbE0wRTBOVEF1TmpBd01EQTJNVEF6TlRFMU5pVXlReVV5TW5rbE1qSWxNMEV5TXprdU5UazVPVGs0TkRjME1USXhNU1V5UXlVeU1uY2xNaklsTTBFM01DVXlReVV5TW1nbE1qSWxNMEUzTUNVeVF5VXlNbnBwYm1SbGVDVXlNaVV6UVRjbE1rTWxNakpoYm1kc1pTVXlNaVV6UVRBbE4wUWxNa01sTWpKemFHRndaVk4wZVd4bEpUSXlKVE5CSlRkQ0pUSXlZV3h3YUdFbE1qSWxNMEV4SlRkRUpUSkRKVEl5YkdsdVpWTjBlV3hsSlRJeUpUTkJKVGRDSlRJeWJHbHVaVmRwWkhSb0pUSXlKVE5CTVM0MUpUZEVKVEpESlRJeVptbHNiRk4wZVd4bEpUSXlKVE5CSlRkQ0pUZEVKVEpESlRJeWRHaGxiV1VsTWpJbE0wRWxOMElsTjBRbE1rTWxNakp3WVhSb0pUSXlKVE5CSlRWQ0pUZENKVEl5WVdOMGFXOXVjeVV5TWlVelFTVTFRaVUzUWlVeU1tRmpkR2x2YmlVeU1pVXpRU1V5TW0xdmRtVWxNaklsTWtNbE1qSjRKVEl5SlROQkpUSXlNQ1V5TWlVeVF5VXlNbmtsTWpJbE0wRWxNakpvSlRKR01pVXlNaVUzUkNVeVF5VTNRaVV5TW1GamRHbHZiaVV5TWlVelFTVXlNbU4xY25abEpUSXlKVEpESlRJeWVERWxNaklsTTBFbE1qSXdKVEl5SlRKREpUSXllVEVsTWpJbE0wRWxNakl0YUNVeVJqWWxNaklsTWtNbE1qSjRNaVV5TWlVelFTVXlNbmNsTWpJbE1rTWxNako1TWlVeU1pVXpRU1V5TWkxb0pUSkdOaVV5TWlVeVF5VXlNbmdsTWpJbE0wRWxNakozSlRJeUpUSkRKVEl5ZVNVeU1pVXpRU1V5TW1nbE1rWXlKVEl5SlRkRUpUSkRKVGRDSlRJeVlXTjBhVzl1SlRJeUpUTkJKVEl5WTNWeWRtVWxNaklsTWtNbE1qSjRNU1V5TWlVelFTVXlNbmNsTWpJbE1rTWxNako1TVNVeU1pVXpRU1V5TW1nbE1rSm9KVEpHTmlVeU1pVXlReVV5TW5neUpUSXlKVE5CSlRJeU1DVXlNaVV5UXlVeU1ua3lKVEl5SlROQkpUSXlhQ1V5UW1nbE1rWTJKVEl5SlRKREpUSXllQ1V5TWlVelFTVXlNakFsTWpJbE1rTWxNako1SlRJeUpUTkJKVEl5YUNVeVJqSWxNaklsTjBRbE1rTWxOMElsTWpKaFkzUnBiMjRsTWpJbE0wRWxNakpqYkc5elpTVXlNaVUzUkNVMVJDVTNSQ1UxUkNVeVF5VXlNbVp2Ym5SVGRIbHNaU1V5TWlVelFTVTNRaVUzUkNVeVF5VXlNblJsZUhSQ2JHOWpheVV5TWlVelFTVTFRaVUzUWlVeU1uQnZjMmwwYVc5dUpUSXlKVE5CSlRkQ0pUSXllQ1V5TWlVelFURXdKVEpESlRJeWVTVXlNaVV6UVRBbE1rTWxNakozSlRJeUpUTkJKVEl5ZHkweU1DVXlNaVV5UXlVeU1tZ2xNaklsTTBFbE1qSm9KVEl5SlRkRUpUSkRKVEl5ZEdWNGRDVXlNaVV6UVNVeU1pVkZOeVU1TkNWQ05TVkZOaVU1UXlWQ1FT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M1JDVXlReVV5TW5SMVptdE9VV1ZHVVVvd01EUTNOellsTWpJbE0wRWxOMElsTWpKdVlXMWxKVEl5SlROQkpUSXliR2x1YTJWeUpUSXlKVEpESlRJeWNISnZjSE1sTWpJbE0wRWxOMElsTWpKNmFXNWtaWGdsTWpJbE0wRTRKVGRFSlRKREpUSXlaR0YwWVVGMGRISnBZblYwWlhNbE1qSWxNMEVsTlVJbE5VUWxNa01sTWpKbWNtOXRKVEl5SlROQkpUZENKVEl5ZUNVeU1pVXpRVEV4T0M0Mk1EQXdNRFl4TURNMU1UVTJNaVV5UXlVeU1ua2xNaklsTTBFeU56SXVOVGs1T1RrNE5EYzBNVEl4TVNVeVF5VXlNbWxrSlRJeUpUTkJiblZzYkNVeVF5VXlNbUZ1WjJ4bEpUSXlKVE5CYm5Wc2JDVTNSQ1V5UXlVeU1uUnZKVEl5SlROQkpUZENKVEl5ZUNVeU1pVXpRVEl3TVM0Mk1EQXdNRFl4TURNMU1UVTJNaVV5UXlVeU1ua2xNaklsTTBFeU56UXVOVGs1T1RrNE5EYzBNVEl4TVNVeVF5VXlNbUZ1WjJ4bEpUSXlKVE5CTUNVeVF5VXlNbWxrSlRJeUpUTkJKVEl5WkVaTlNHeFNXV3hsVVRNME16UXpPU1V5TWlVM1JDVXlReVV5TW1keWIzVndKVEl5SlROQkpUSXlKVEl5SlRKREpUSXlhV1FsTWpJbE0wRWxNakowZFdaclRsRmxSbEZLTURBME56YzJKVEl5SlRKREpUSXliR2x1WlZOMGVXeGxKVEl5SlROQkpUZENKVEl5YkdsdVpWZHBaSFJvSlRJeUpUTkJNUzQxSlRkRUpUSkRKVEl5YkdsdWEyVnlWSGx3WlNVeU1pVXpRU1V5TW1KeWIydGxiaVV5TWlVeVF5VXlNbXh2WTJ0bFpDVXlNaVV6UVdaaGJITmxKVEpESlRJeWNHOXBiblJ6SlRJeUpUTkJKVFZDSlRkQ0pUSXllQ1V5TWlVelFURTJNQzR4TURBd01EWXhNRE0xTVRVMk1pVXlReVV5TW5rbE1qSWxNMEV5TnpJdU5UazVPVGs0TkRjME1USXhNU1UzUkNVeVF5VTNRaVV5TW5nbE1qSWxNMEV4TmpBdU1UQXdNREEyTVRBek5URTFOaklsTWtNbE1qSjVKVEl5SlROQk1qYzBMalU1T1RrNU9EUTNOREV5TVRFbE4wUWxOVVFsTWtNbE1qSjBaWGgwSlRJeUpUTkJKVEl5VUZkTkpUVkRiaVV5TWlVeVF5VXlNblJsZUhSQ2JHOWpheVV5TWlVelFTVTFRaVUzUWlVeU1uUmxlSFFsTWpJbE0wRWxNakpRVjAwbE5VTnVKVEl5SlRKREpUSXliRzlqWVhScGIyNGxNaklsTTBFd0xqVWxOMFFsTlVRbE1rTWxNakowWlhoMFVHOXpKVEl5SlROQkpUZENKVEl5ZUNVeU1pVXpRVEUyTUM0eE1EQXdNRFl4TURNMU1UVTJNaVV5UXlVeU1ua2xNaklsTTBFeU56SXVOVGs1T1RrNE5EYzBNVEl4TVNVeVF5VXlNblFsTWpJbE0wRXlNQ1UzUkNVM1JDVXlReVV5TW1acFJFeFhXa2RTYkZRMk16QXdPRGNsTWpJbE0wRWxOMElsTWpKdVlXMWxKVEl5SlROQkpUSXliR2x1YTJWeUpUSXlKVEpESlRJeWNISnZjSE1sTWpJbE0wRWxOMElsTWpKNmFXNWtaWGdsTWpJbE0wRTVKVEpESlRJeWVDVXlNaVV6UVc1MWJHd2xNa01sTWpKNUpUSXlKVE5CYm5Wc2JDVTNSQ1V5UXlVeU1tUmhkR0ZCZEhSeWFXSjFkR1Z6SlRJeUpUTkJKVFZDSlRWRUpUSkRKVEl5Wm5KdmJTVXlNaVV6UVNVM1FpVXlNbmdsTWpJbE0wRTRNelV1TmpBd01EQTJNVEF6TlRFMU5pVXlReVV5TW5rbE1qSWxNMEV5TnpJdU5UazVPVGs0TkRjME1USXhNU1V5UXlVeU1tbGtKVEl5SlROQmJuVnNiQ1V5UXlVeU1tRnVaMnhsSlRJeUpUTkJiblZzYkNVM1JDVXlReVV5TW5SdkpUSXlKVE5CSlRkQ0pUSXllQ1V5TWlVelFUYzNNUzQyTURBd01EWXhNRE0xTVRVMkpUSkRKVEl5ZVNVeU1pVXpRVEkzTWk0MU9UazVPVGcwTnpReE1qRXhKVEpESlRJeVlXNW5iR1VsTWpJbE0wRXpMakUwTVRVNU1qWTFNelU0T1RjNU16WWxNa01sTWpKcFpDVXlNaVV6UVNVeU1tbDVURTVzUlVOM1ZFbzFOVFk1TURFbE1qSWxOMFFsTWtNbE1qSm5jbTkxY0NVeU1pVXpRU1V5TWlVeU1pVXlReVV5TW1sa0pUSXlKVE5CSlRJeVptbEVURmRhUjFKc1ZEWXpNREE0TnlVeU1pVXlReVV5TW14cGJtVlRkSGxzWlNVeU1pVXpRU1UzUWlVeU1teHBibVZYYVdSMGFDVXlNaVV6UVRFdU5TVTNSQ1V5UXlVeU1teHBibXRsY2xSNWNHVWxNaklsTTBFbE1qSmljbTlyWlc0bE1qSWxNa01sTWpKc2IyTnJaV1FsTWpJbE0wRm1ZV3h6WlNVeVF5VXlNbkJ2YVc1MGN5VXlNaVV6UVNVMVFpVTNRaVV5TW5nbE1qSWxNMEU0TURNdU5qQXdNREEyTVRBek5URTFOaVV5UXlVeU1ua2xNaklsTTBFeU56SXVOVGs1T1RrNE5EYzBNVEl4TVNVM1JDVXlReVUzUWlVeU1uZ2xNaklsTTBFNE1ETXVOakF3TURBMk1UQXpOVEUxTmlVeVF5VXlNbmtsTWpJbE0wRXlOekl1TlRrNU9UazRORGMwTVRJeE1TVTNSQ1UxUkNVeVF5VXlNblJsZUhRbE1qSWxNMEVsTWpJbE1qQXdKVEl5SlRKREpUSXlkR1Y0ZEVKc2IyTnJKVEl5SlROQkpUVkNKVGRDSlRJeWRHVjRkQ1V5TWlVelFTVXlNaVV5TURBbE1qSWxNa01sTWpKc2IyTmhkR2x2YmlVeU1pVXpRVEF1TlNVM1JDVTFSQ1V5UXlVeU1uUmxlSFJRYjNNbE1qSWxNMEVsTjBJbE1qSjRKVEl5SlROQk9EQXpMall3TURBd05qRXdNelV4TlRZbE1rTWxNako1SlRJeUpUTkJNamN5TGpVNU9UazVPRFEzTkRFeU1URWxNa01sTWpKMEpUSXlKVE5CTWpBbE4wUWxOMFFsTWtNbE1qSlJSRkZZVmxWQlpIVmtNRFEzTkRrNEpUSXlKVE5CSlRkQ0pUSXlhV1FsTWpJbE0wRWxNakpSUkZGWVZsVkJaSFZrTURRM05EazRKVEl5SlRKREpUSXlibUZ0WlNVeU1pVXpRU1V5TW14cGJtdGxjaVV5TWlVeVF5VXlNblJsZUhRbE1qSWxNMEVsTWpJbE1qSWxNa01sTWpKbmNtOTFjQ1V5TWlVelFTVXlNaVV5TWlVeVF5VXlNbXhwYm10bGNsUjVjR1VsTWpJbE0wRWxNakppY205clpXNGxNaklsTWtNbE1qSndiMmx1ZEhNbE1qSWxNMEVsTlVJbE4wSWxNako0SlRJeUpUTkJNamc1TGpFd01EQXdOakV3TXpVeE5UWWxNa01sTWpKNUpUSXlKVE5CTWpjMExqVTVPVGs1T0RRM05ERXlNVEVsTjBRbE1rTWxOMElsTWpKNEpUSXlKVE5CTWpnNUxqRXdNREF3TmpFd016VXhOVFlsTWtNbE1qSjVKVEl5SlROQk1qRTNMalU1T1RrNU9EUTNOREV5TVRFbE4wUWxOVVFsTWtNbE1qSnNiMk5yWldRbE1qSWxNMEZtWVd4elpTVXlReVV5TW1SaGRHRkJkSFJ5YVdKMWRHVnpKVEl5SlROQkpUVkNKVFZFSlRKREpUSXljSEp2Y0hNbE1qSWxNMEVsTjBJbE1qSjZhVzVrWlhnbE1qSWxNMEV4TUNVM1JDVXlReVV5TW14cGJtVlRkSGxzWlNVeU1pVXpRU1UzUWlVeU1teHBibVZYYVdSMGFDVXlNaVV6UVRFdU5TVTNSQ1V5UXlVeU1tWnliMjBsTWpJbE0wRWxOMElsTWpKNEpUSXlKVE5CTWpVMUxqWXdNREF3TmpFd016VXhOVFl5SlRKREpUSXllU1V5TWlVelFUSTNOQzQxT1RrNU9UZzBOelF4TWpFeEpUSkRKVEl5WVc1bmJHVWxNaklsTTBFekxqRTBNVFU1TWpZMU16VTRPVGM1TXpZbE1rTWxNakpwWkNVeU1pVXpRU1V5TW1SR1RVaHNVbGxzWlZFek5ETTBNemtsTWpJbE4wUWxNa01sTWpKMGJ5VXlNaVV6UVNVM1FpVXlNbWxrSlRJeUpUTkJKVEl5VDA5eVRHZERkSFowVURNMU56STJNaVV5TWlVeVF5VXlNbmdsTWpJbE0wRXpNakl1TmpBd01EQTJNVEF6TlRFMU5pVXlReVV5TW5rbE1qSWxNMEV5TVRjdU5UazVPVGs0TkRjME1USXhNU1V5UXlVeU1tRnVaMnhsSlRJeUpUTkJNQ1UzUkNVeVF5VXlNblJsZUhSQ2JHOWpheVV5TWlVelFTVTFRaVUxUkNVM1JDVXlReVV5TW1KbVNXUkhZVVZMYmxRek1qSXlNellsTWpJbE0wRWxOMElsTWpKcFpDVXlNaVV6UVNVeU1tSm1TV1JIWVVWTGJsUXpNakl5TXpZbE1qSWxNa01sTWpKdVlXMWxKVEl5SlROQkpUSXliR2x1YTJWeUpUSXlKVEpESlRJeWRHVjRkQ1V5TWlVelFTVXlNaVV5TWlVeVF5VXlNbWR5YjNWd0pUSXlKVE5CSlRJeUpUSXlKVEpESlRJeWJHbHVhMlZ5Vkhsd1pTVXlNaVV6UVNVeU1tSnliMnRsYmlVeU1pVXlReVV5TW5CdmFXNTBjeVV5TWlVelFTVTFRaVUzUWlVeU1uZ2xNaklsTTBFeU9Ea3VNVEF3TURBMk1UQXpOVEUxTmlVeVF5VXlNbmtsTWpJbE0wRXlOelF1TlRrNU9UazRORGMwTVRJeE1TVTNSQ1V5UXlVM1FpVXlNbmdsTWpJbE0wRXlPRGt1TVRBd01EQTJNVEF6TlRFMU5pVXlReVV5TW5rbE1qSWxNMEV6TXpBdU5UazVPVGs0TkRjME1USXhNU1UzUkNVMVJDVXlReVV5TW14dlkydGxaQ1V5TWlVelFXWmhiSE5sSlRKREpUSXlaR0YwWVVGMGRISnBZblYwWlhNbE1qSWxNMEVsTlVJbE5VUWxNa01sTWpKd2NtOXdjeVV5TWlVelFTVTNRaVV5TW5wcGJtUmxlQ1V5TWlVelFURXhKVGRFSlRKREpUSXliR2x1WlZOMGVXeGxKVEl5SlROQkpUZENKVEl5YkdsdVpWZHBaSFJvSlRJeUpUTkJNUzQxSlRkRUpUSkRKVEl5Wm5KdmJTVXlNaVV6UVNVM1FpVXlNbmdsTWpJbE0wRXlOVFV1TmpBd01EQTJNVEF6TlRFMU5qSWxNa01sTWpKNUpUSXlKVE5CTWpjMExqVTVPVGs1T0RRM05ERXlNVEVsTWtNbE1qSmhibWRzWlNVeU1pVXpRVE11TVRReE5Ua3lOalV6TlRnNU56a3pOaVV5UXlVeU1tbGtKVEl5SlROQkpUSXlaRVpOU0d4U1dXeGxVVE0wTXpRek9TVXlNaVUzUkNVeVF5VXlNblJ2SlRJeUpUTkJKVGRDSlRJeWFXUWxNaklsTTBFbE1qSkJUbnB2VUhSSFNHNXlNakV6T0RJNEpUSXlKVEpESlRJeWVDVXlNaVV6UVRNeU1pNDJNREF3TURZeE1ETTFNVFUySlRKREpUSXllU1V5TWlVelFUTXpNQzQxT1RrNU9UZzBOelF4TWpFeEpUSkRKVEl5WVc1bmJHVWxNaklsTTBFd0pUZEVKVEpESlRJeWRHVjRkRUpzYjJOckpUSXlKVE5CSlRWQ0pUVkVKVGRFSlRKREpUSXlabFJHU1hKMFpHNVFWRFl5TnpBNE9TVXlNaVV6UVNVM1FpVXlNbWxrSlRJeUpUTkJKVEl5WmxSR1NYSjBaRzVRVkRZeU56QTRPU1V5TWlVeVF5VXlNbTVoYldVbE1qSWxNMEVsTWpKc2FXNXJaWElsTWpJbE1rTWxNakowWlhoMEpUSXlKVE5CSlRJeUpUSXlKVEpESlRJeVozSnZkWEFsTWpJbE0wRWxNaklsTWpJbE1rTWxNakpzYVc1clpYSlVlWEJsSlRJeUpUTkJKVEl5WW5KdmEyVnVKVEl5SlRKREpUSXljRzlwYm5SekpUSXlKVE5CSlRWQ0pUZENKVEl5ZUNVeU1pVXpRVFF6TkM0Mk1EQXdNRFl4TURNMU1UVTJKVEpESlRJeWVTVXlNaVV6UVRJeE55NDFPVGs1T1RnME56UXhNakV4SlRkRUpUSkRKVGRDSlRJeWVDVXlNaVV6UVRRek5DNDJNREF3TURZeE1ETTFNVFUySlRKREpUSXllU1V5TWlVelFUSTNOQzQxT1RrNU9UZzBOelF4TWpFeEpUZEVKVFZFSlRKREpUSXliRzlqYTJWa0pUSXlKVE5CWm1Gc2MyVWxNa01sTWpKa1lYUmhRWFIwY21saWRYUmxjeVV5TWlVelFTVTFRaVUxUkNVeVF5VXlNbkJ5YjNCekpUSXlKVE5CSlRkQ0pUSXllbWx1WkdWNEpUSXlKVE5CTVRJbE4wUWxNa01sTWpKc2FXNWxVM1I1YkdVbE1qSWxNMEVsTjBJbE1qSnNhVzVsVjJsa2RHZ2xNaklsTTBFeExqVWxOMFFsTWtNbE1qSm1jbTl0SlRJeUpUTkJKVGRDSlRJeWVDVXlNaVV6UVRReE9DNDJNREF3TURZeE1ETTFNVFUySlRKREpUSXllU1V5TWlVelFUSXhOeTQxT1RrNU9UZzBOelF4TWpFeEpUSkRKVEl5WVc1bmJHVWxNaklsTTBFekxqRTBNVFU1TWpZMU16VTRPVGM1TXpZbE1rTWxNakpwWkNVeU1pVXpRU1V5TWs5UGNreG5RM1IyZEZBek5UY3lOaklsTWpJbE4wUWxNa01sTWpKMGJ5VXlNaVV6UVNVM1FpVXlNbWxrSlRJeUpUTkJKVEl5V0hGRWNYcG5UbFp4Y0RJMU1EazBOeVV5TWlVeVF5VXlNbmdsTWpJbE0wRTBOVEF1TmpBd01EQTJNVEF6TlRFMU5pVXlReVV5TW5rbE1qSWxNMEV5TnpRdU5UazVPVGs0TkRjME1USXhNU1V5UXlVeU1tRnVaMnhsSlRJeUpUTkJNQ1UzUkNVeVF5VXlNblJsZUhSQ2JHOWpheVV5TWlVelFTVTFRaVUxUkNVM1JDVXlReVV5TW05bldYUkZSMXBGU0ZjM05qUTJNRElsTWpJbE0wRWxOMElsTWpKcFpDVXlNaVV6UVNVeU1tOW5XWFJGUjFwRlNGYzNOalEyTURJbE1qSWxNa01sTWpKdVlXMWxKVEl5SlROQkpUSXliR2x1YTJWeUpUSXlKVEpESlRJeWRHVjRkQ1V5TWlVelFTVXlNaVV5TWlVeVF5VXlNbWR5YjNWd0pUSXlKVE5CSlRJeUpUSXlKVEpESlRJeWJHbHVhMlZ5Vkhsd1pTVXlNaVV6UVNVeU1tSnliMnRsYmlVeU1pVXlReVV5TW5CdmFXNTBjeVV5TWlVelFTVTFRaVUzUWlVeU1uZ2xNaklsTTBFME16UXVOakF3TURBMk1UQXpOVEUxTmlVeVF5VXlNbmtsTWpJbE0wRXpNekF1TlRrNU9UazRORGMwTVRJeE1TVTNSQ1V5UXlVM1FpVXlNbmdsTWpJbE0wRTBNelF1TmpBd01EQTJNVEF6TlRFMU5pVXlReVV5TW5rbE1qSWxNMEV5TnpRdU5UazVPVGs0TkRjME1USXhNU1UzUkNVMVJDVXlReVV5TW14dlkydGxaQ1V5TWlVelFXWmhiSE5sSlRKREpUSXlaR0YwWVVGMGRISnBZblYwWlhNbE1qSWxNMEVsTlVJbE5VUWxNa01sTWpKd2NtOXdjeVV5TWlVelFTVTNRaVV5TW5wcGJtUmxlQ1V5TWlVelFURTBKVGRFSlRKREpUSXliR2x1WlZOMGVXeGxKVEl5SlROQkpUZENKVEl5YkdsdVpWZHBaSFJvSlRJeUpUTkJNUzQxSlRkRUpUSkRKVEl5Wm5KdmJTVXlNaVV6UVNVM1FpVXlNbmdsTWpJbE0wRTBNVGd1TmpBd01EQTJNVEF6TlRFMU5pVXlReVV5TW5rbE1qSWxNMEV6TXpBdU5UazVPVGs0TkRjME1USXhNU1V5UXlVeU1tRnVaMnhsSlRJeUpUTkJNeTR4TkRFMU9USTJOVE0xT0RrM09UTTJKVEpESlRJeWFXUWxNaklsTTBFbE1qSkJUbnB2VUhSSFNHNXlNakV6T0RJNEpUSXlKVGRFSlRKREpUSXlkRzhsTWpJbE0wRWxOMElsTWpKcFpDVXlNaVV6UVNVeU1saHhSSEY2WjA1V2NYQXlOVEE1TkRjbE1qSWxNa01sTWpKNEpUSXlKVE5CTkRVd0xqWXdNREF3TmpFd016VXhOVFlsTWtNbE1qSjVKVEl5SlROQk1qYzBMalU1T1RrNU9EUTNOREV5TVRFbE1rTWxNakpoYm1kc1pTVXlNaVV6UVRBbE4wUWxNa01sTWpKMFpYaDBRbXh2WTJzbE1qSWxNMEVsTlVJbE5VUWxOMFFsTWtNbE1qSlVlRXBUY0VSTmQxZE5NalEzTkRnd0pUSXlKVE5CSlRkQ0pUSXlhV1FsTWpJbE0wRWxNakpVZUVwVGNFUk5kMWROTWpRM05EZ3dKVEl5SlRKREpUSXlibUZ0WlNVeU1pVXpRU1V5TW14cGJtdGxjaVV5TWlVeVF5VXlNblJsZUhRbE1qSWxNMEVsTWpJbE1qSWxNa01sTWpKbmNtOTFjQ1V5TWlVelFTVXlNaVV5TWlVeVF5VXlNbXhwYm10bGNsUjVjR1VsTWpJbE0wRWxNakppY205clpXNGxNaklsTWtNbE1qSndiMmx1ZEhNbE1qSWxNMEVsTlVJbE4wSWxNako0SlRJeUpUTkJOVE0yTGpZd01EQXdOakV3TXpVeE5UWWxNa01sTWpKNUpUSXlKVE5CTWpFM0xqVTVPVGs1T0RRM05ERXlNVEVsTjBRbE1rTWxOMElsTWpKNEpUSXlKVE5CTlRNMkxqWXdNREF3TmpFd016VXhOVFlsTWtNbE1qSjVKVEl5SlROQk1qYzBMalU1T1RrNU9EUTNOREV5TVRFbE4wUWxOVVFsTWtNbE1qSnNiMk5yWldRbE1qSWxNMEZtWVd4elpTVXlReVV5TW1SaGRHRkJkSFJ5YVdKMWRHVnpKVEl5SlROQkpUVkNKVFZFSlRKREpUSXljSEp2Y0hNbE1qSWxNMEVsTjBJbE1qSjZhVzVrWlhnbE1qSWxNMEV4TlNVM1JDVXlReVV5TW14cGJtVlRkSGxzWlNVeU1pVXpRU1UzUWlVeU1teHBibVZYYVdSMGFDVXlNaVV6UVRFdU5TVTNSQ1V5UXlVeU1tWnliMjBsTWpJbE0wRWxOMElsTWpKNEpUSXlKVE5CTlRVeUxqWXdNREF3TmpFd016VXhOVFlsTWtNbE1qSjVKVEl5SlROQk1qRTNMalU1T1RrNU9EUTNOREV5TVRFbE1rTWxNakpoYm1kc1pTVXlNaVV6UVRBbE1rTWxNakpwWkNVeU1pVXpRU1V5TW0xVGJVVm5VRko2WTFRd01EazRNVGtsTWpJbE4wUWxNa01sTWpKMGJ5VXlNaVV6UVNVM1FpVXlNbWxrSlRJeUpUTkJKVEl5V0hGRWNYcG5UbFp4Y0RJMU1EazBOeVV5TWlVeVF5VXlNbmdsTWpJbE0wRTFNakF1TmpBd01EQTJNVEF6TlRFMU5pVXlReVV5TW5rbE1qSWxNMEV5TnpRdU5UazVPVGs0TkRjME1USXhNU1V5UXlVeU1tRnVaMnhsSlRJeUpUTkJNeTR4TkRFMU9USTJOVE0xT0RrM09UTWxOMFFsTWtNbE1qSjBaWGgwUW14dlkyc2xNaklsTTBFbE5VSWxOVVFsTjBRbE1rTWxNakpYY2t4V2NsRkpaWEZPT0RneE56WTBKVEl5SlROQkpUZENKVEl5YVdRbE1qSWxNMEVsTWpKWGNreFdjbEZKWlhGT09EZ3hOelkwSlRJeUpUSkRKVEl5Ym1GdFpTVXlNaVV6UVNVeU1teHBibXRsY2lVeU1pVXlReVV5TW5SbGVIUWxNaklsTTBFbE1qSWxNaklsTWtNbE1qSm5jbTkxY0NVeU1pVXpRU1V5TWlVeU1pVXlReVV5TW14cGJtdGxjbFI1Y0dVbE1qSWxNMEVsTWpKaWNtOXJaVzRsTWpJbE1rTWxNakp3YjJsdWRITWxNaklsTTBFbE5VSWxOMElsTWpKNEpUSXlKVE5CTlRNMkxqWXdNREF3TmpFd016VXhOVFlsTWtNbE1qSjVKVEl5SlROQk16TXdMalU1T1RrNU9EUTNOREV5TVRFbE4wUWxNa01sTjBJbE1qSjRKVEl5SlROQk5UTTJMall3TURBd05qRXdNelV4TlRZbE1rTWxNako1SlRJeUpUTkJNamMwTGpVNU9UazVPRFEzTkRFeU1URWxOMFFsTlVRbE1rTWxNakpzYjJOclpXUWxNaklsTTBGbVlXeHpaU1V5UXlVeU1tUmhkR0ZCZEhSeWFXSjFkR1Z6SlRJeUpUTkJKVFZDSlRWRUpUSkRKVEl5Y0hKdmNITWxNaklsTTBFbE4wSWxNako2YVc1a1pYZ2xNaklsTTBFeE5pVTNSQ1V5UXlVeU1teHBibVZUZEhsc1pTVXlNaVV6UVNVM1FpVXlNbXhwYm1WWGFXUjBhQ1V5TWlVelFURXVOU1UzUkNVeVF5VXlNbVp5YjIwbE1qSWxNMEVsTjBJbE1qSjRKVEl5SlROQk5UVXlMall3TURBd05qRXdNelV4TlRZbE1rTWxNako1SlRJeUpUTkJNek13TGpVNU9UazVPRFEzTkRFeU1URWxNa01sTWpKaGJtZHNaU1V5TWlVelFUQWxNa01sTWpKcFpDVXlNaVV6UVNVeU1rTjVTbVIzWWtsVlVHOHlOekkwTXpVbE1qSWxOMFFsTWtNbE1qSjBieVV5TWlVelFTVTNRaVV5TW1sa0pUSXlKVE5CSlRJeVdIRkVjWHBuVGxaeGNESTFNRGswTnlVeU1pVXlReVV5TW5nbE1qSWxNMEUxTWpBdU5qQXdNREEyTVRBek5URTFOaVV5UXlVeU1ua2xNaklsTTBFeU56UXVOVGs1T1RrNE5EYzBNVEl4TVNVeVF5VXlNbUZ1WjJ4bEpUSXlKVE5CTXk0eE5ERTFPVEkyTlRNMU9EazNPVE1sTjBRbE1rTWxNakowWlhoMFFteHZZMnNsTWpJbE0wRWxOVUlsTlVRbE4wUWxNa01sTWpKUWVucHhhWFpxZDJaUU56WTBNVFExSlRJeUpUTkJKVGRDSlRJeWFXUWxNaklsTTBFbE1qSlFlbnB4YVhacWQyWlFOelkwTVRRMUpUSXlKVEpESlRJeWJtRnRaU1V5TWlVelFTVXlNbXhwYm10bGNpVXlNaVV5UXlVeU1uUmxlSFFsTWpJbE0wRWxNaklsTWpJbE1rTWxNakpuY205MWNDVXlNaVV6UVNVeU1pVXlNaVV5UXlVeU1teHBibXRsY2xSNWNHVWxNaklsTTBFbE1qSmljbTlyWlc0bE1qSWxNa01sTWpKd2IybHVkSE1sTWpJbE0wRWxOVUlsTjBJbE1qSjRKVEl5SlROQk5qZ3lMakV3TURBd05qRXdNelV4TlRZbE1rTWxNako1SlRJeUpUTkJNamN5TGpVNU9UazVPRFEzTkRFeU1URWxOMFFsTWtNbE4wSWxNako0SlRJeUpUTkJOamd5TGpFd01EQXdOakV3TXpVeE5UWWxNa01sTWpKNUpUSXlKVE5CTWpFM0xqVTVPVGs1T0RRM05ERXlNVEVsTjBRbE5VUWxNa01sTWpKc2IyTnJaV1FsTWpJbE0wRm1ZV3h6WlNVeVF5VXlNbVJoZEdGQmRIUnlhV0oxZEdWekpUSXlKVE5CSlRWQ0pUVkVKVEpESlRJeWNISnZjSE1sTWpJbE0wRWxOMElsTWpKNmFXNWtaWGdsTWpJbE0wRXhOeVUzUkNVeVF5VXlNbXhwYm1WVGRIbHNaU1V5TWlVelFTVTNRaVV5TW14cGJtVlhhV1IwYUNVeU1pVXpRVEV1TlNVM1JDVXlReVV5TW1aeWIyMGxNaklsTTBFbE4wSWxNako0SlRJeUpUTkJOekUxTGpZd01EQXdOakV3TXpVeE5UWWxNa01sTWpKNUpUSXlKVE5CTWpjeUxqVTVPVGs1T0RRM05ERXlNVEVsTWtNbE1qSmhibWRzWlNVeU1pVXpRVEFsTWtNbE1qSnBaQ1V5TWlVelFTVXlNbWw1VEU1c1JVTjNWRW8xTlRZNU1ERWxNaklsTjBRbE1rTWxNakowYnlVeU1pVXpRU1UzUWlVeU1tbGtKVEl5SlROQkpUSXliVk50UldkUVVucGpWREF3T1RneE9TVXlNaVV5UXlVeU1uZ2xNaklsTTBFMk5EZ3VOakF3TURBMk1UQXpOVEUxTmlVeVF5VXlNbmtsTWpJbE0wRXlNVGN1TlRrNU9UazRORGMwTVRJeE1TVXlReVV5TW1GdVoyeGxKVEl5SlROQk15NHhOREUxT1RJMk5UTTFPRGszT1RNMkpUZEVKVEpESlRJeWRHVjRkRUpzYjJOckpUSXlKVE5CSlRWQ0pUVkVKVGRFSlRKREpUSXlTSGh4YlhSdlRsSkdaVEkxTXpRNU55VXlNaVV6UVNVM1FpVXlNbWxrSlRJeUpUTkJKVEl5U0hoeGJYUnZUbEpHWlRJMU16UTVOeVV5TWlVeVF5VXlNbTVoYldVbE1qSWxNMEVsTWpKc2FXNXJaWElsTWpJbE1rTWxNakowWlhoMEpUSXlKVE5CSlRJeUpUSXlKVEpESlRJeVozSnZkWEFsTWpJbE0wRWxNaklsTWpJbE1rTWxNakpzYVc1clpYSlVlWEJsSlRJeUpUTkJKVEl5WW5KdmEyVnVKVEl5SlRKREpUSXljRzlwYm5SekpUSXlKVE5CSlRWQ0pUZENKVEl5ZUNVeU1pVXpRVFk0TWk0eE1EQXdNRFl4TURNMU1UVTJKVEpESlRJeWVTVXlNaVV6UVRJM01pNDFPVGs1T1RnME56UXhNakV4SlRkRUpUSkRKVGRDSlRJeWVDVXlNaVV6UVRZNE1pNHhNREF3TURZeE1ETTFNVFUySlRKREpUSXllU1V5TWlVelFUTXpNQzQxT1RrNU9UZzBOelF4TWpFeEpUZEVKVFZFSlRKREpUSXliRzlqYTJWa0pUSXlKVE5CWm1Gc2MyVWxNa01sTWpKa1lYUmhRWFIwY21saWRYUmxjeVV5TWlVelFTVTFRaVUxUkNVeVF5VXlNbkJ5YjNCekpUSXlKVE5CSlRkQ0pUSXllbWx1WkdWNEpUSXlKVE5CTVRnbE4wUWxNa01sTWpKc2FXNWxVM1I1YkdVbE1qSWxNMEVsTjBJbE1qSnNhVzVsVjJsa2RHZ2xNaklsTTBFeExqVWxOMFFsTWtNbE1qSm1jbTl0SlRJeUpUTkJKVGRDSlRJeWVDVXlNaVV6UVRjeE5TNDJNREF3TURZeE1ETTFNVFUySlRKREpUSXllU1V5TWlVelFUSTNNaTQxT1RrNU9UZzBOelF4TWpFeEpUSkRKVEl5YVdRbE1qSWxNMEVsTWpKcGVVeE9iRVZEZDFSS05UVTJPVEF4SlRJeUpUSkRKVEl5WVc1bmJHVWxNaklsTTBFd0pUZEVKVEpESlRJeWRHOGxNaklsTTBFbE4wSWxNakpwWkNVeU1pVXpRU1V5TWtONVNtUjNZa2xWVUc4eU56STBNelVsTWpJbE1rTWxNako0SlRJeUpUTkJOalE0TGpZd01EQXdOakV3TXpVeE5UWWxNa01sTWpKNUpUSXlKVE5CTXpNd0xqVTVPVGs1T0RRM05ERXlNVEVsTWtNbE1qSmhibWRzWlNVeU1pVXpRVE11TVRReE5Ua3lOalV6TlRnNU56a3pOaVUzUkNVeVF5VXlNblJsZUhSQ2JHOWpheVV5TWlVelFTVTFRaVUxUkNVM1JDVTNSQ1V5UXlVeU1tTnZiVzFsYm5SekpUSXlKVE5CSlRWQ0pUVkVKVEpESlRJeWNHeDFaMmx1Y3lVeU1pVXpRU1UzUWlVM1JDVXlReVV5TW1GcFEyOXVkR0ZwYm1WeWN5VXlNaVV6UVNVM1FpVTNSQ1V5UXlVeU1tbHVjMlZ5ZEZCaFoyVlBjSFJ6SlRJeUpUTkJKVGRDSlRkRUpUSkRKVEl5Y0c5emRGQmhlVzFsYm5RbE1qSWxNMEVsTjBJbE4wUWxNa01sTWpKMGFHVnRaU1V5TWlVelFTVTNRaVV5TW5CaFoyVWxNaklsTTBFbE4wSWxNakppWVdOclozSnZkVzVrUTI5c2IzSWxNaklsTTBFbE1qSjBjbUZ1YzNCaGNtVnVkQ1V5TWlVM1JDVTNSQ1UzUkE9PSIsCgkiRmlsZUlkIiA6ICIxNTc0YzQ5My0yNjhmLTQ5ZTMtOWY0YS1kOGJkNWI1Mzg2OGYiCn0K"/>
    </extobj>
  </extobjs>
</s:customData>
</file>

<file path=customXml/itemProps17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</Words>
  <Application>WPS 演示</Application>
  <PresentationFormat/>
  <Paragraphs>128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微软雅黑</vt:lpstr>
      <vt:lpstr>Aptos</vt:lpstr>
      <vt:lpstr>Segoe UI</vt:lpstr>
      <vt:lpstr>Aptos</vt:lpstr>
      <vt:lpstr>Aptos</vt:lpstr>
      <vt:lpstr>等线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深圳职业技术大学未来技术学院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综合设计1_智能卡丁车项目路演汇报模板_标题版</dc:title>
  <dc:creator>OpenAI</dc:creator>
  <cp:lastModifiedBy>章志博</cp:lastModifiedBy>
  <cp:revision>2</cp:revision>
  <dcterms:created xsi:type="dcterms:W3CDTF">2026-07-26T08:29:00Z</dcterms:created>
  <dcterms:modified xsi:type="dcterms:W3CDTF">2026-07-27T01:39:36Z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C9D777C5274A0254148C616A3B255EB3_42</vt:lpwstr>
  </property>
  <property fmtid="{D5CDD505-2E9C-101B-9397-08002B2CF9AE}" pid="3" name="KSOProductBuildVer">
    <vt:lpwstr>2052-12.1.0.28043</vt:lpwstr>
  </property>
</Properties>
</file>